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24815" y="662940"/>
            <a:ext cx="142589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A1A1A"/>
                </a:solidFill>
                <a:latin typeface="Google Sans"/>
                <a:ea typeface="Microsoft YaHei"/>
                <a:cs typeface="Google Sans"/>
              </a:rPr>
              <a:t>TEST SLIDE</a:t>
            </a:r>
          </a:p>
        </p:txBody>
      </p:sp>
      <p:sp>
        <p:nvSpPr>
          <p:cNvPr id="4" name="Rectangle 4"/>
          <p:cNvSpPr/>
          <p:nvPr/>
        </p:nvSpPr>
        <p:spPr>
          <a:xfrm>
            <a:off x="447675" y="1238250"/>
            <a:ext cx="11296650" cy="3810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447675" y="1714500"/>
            <a:ext cx="5524500" cy="1143000"/>
          </a:xfrm>
          <a:prstGeom prst="rect">
            <a:avLst/>
          </a:prstGeom>
          <a:solidFill>
            <a:srgbClr val="F8F9FA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662940" y="1934528"/>
            <a:ext cx="80761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A1A1A"/>
                </a:solidFill>
                <a:latin typeface="Google Sans"/>
                <a:ea typeface="Microsoft YaHei"/>
                <a:cs typeface="Google Sans"/>
              </a:rPr>
              <a:t>POINT ONE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64845" y="2236470"/>
            <a:ext cx="353901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1A"/>
                </a:solidFill>
                <a:latin typeface="Google Sans"/>
                <a:ea typeface="Microsoft YaHei"/>
                <a:cs typeface="Google Sans"/>
              </a:rPr>
              <a:t>Detailed explanation for the first key point goes here.</a:t>
            </a:r>
          </a:p>
        </p:txBody>
      </p:sp>
      <p:sp>
        <p:nvSpPr>
          <p:cNvPr id="8" name="Rectangle 8"/>
          <p:cNvSpPr/>
          <p:nvPr/>
        </p:nvSpPr>
        <p:spPr>
          <a:xfrm>
            <a:off x="447675" y="3048000"/>
            <a:ext cx="5524500" cy="1143000"/>
          </a:xfrm>
          <a:prstGeom prst="rect">
            <a:avLst/>
          </a:prstGeom>
          <a:solidFill>
            <a:srgbClr val="F8F9FA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662940" y="3268028"/>
            <a:ext cx="83982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A1A1A"/>
                </a:solidFill>
                <a:latin typeface="Google Sans"/>
                <a:ea typeface="Microsoft YaHei"/>
                <a:cs typeface="Google Sans"/>
              </a:rPr>
              <a:t>POINT TWO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64845" y="3569970"/>
            <a:ext cx="364417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1A"/>
                </a:solidFill>
                <a:latin typeface="Google Sans"/>
                <a:ea typeface="Microsoft YaHei"/>
                <a:cs typeface="Google Sans"/>
              </a:rPr>
              <a:t>Detailed explanation for the second key point goes here.</a:t>
            </a:r>
          </a:p>
        </p:txBody>
      </p:sp>
      <p:sp>
        <p:nvSpPr>
          <p:cNvPr id="11" name="Ellipse 11"/>
          <p:cNvSpPr/>
          <p:nvPr/>
        </p:nvSpPr>
        <p:spPr>
          <a:xfrm>
            <a:off x="7620000" y="2000250"/>
            <a:ext cx="2857500" cy="2857500"/>
          </a:xfrm>
          <a:prstGeom prst="ellipse">
            <a:avLst/>
          </a:prstGeom>
          <a:solidFill>
            <a:srgbClr val="F8F9FA"/>
          </a:solidFill>
          <a:ln w="19050">
            <a:solidFill>
              <a:srgbClr val="0066C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8791763" y="3120390"/>
            <a:ext cx="513974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300" b="1" dirty="0">
                <a:solidFill>
                  <a:srgbClr val="0066CC"/>
                </a:solidFill>
                <a:latin typeface="Google Sans"/>
                <a:ea typeface="Microsoft YaHei"/>
                <a:cs typeface="Google Sans"/>
              </a:rPr>
              <a:t>01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748951" y="3729038"/>
            <a:ext cx="59959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808080"/>
                </a:solidFill>
                <a:latin typeface="Google Sans"/>
                <a:ea typeface="Microsoft YaHei"/>
                <a:cs typeface="Google Sans"/>
              </a:rPr>
              <a:t>VISUAL HINT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
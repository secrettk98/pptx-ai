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302" r:id="rId2"/>
    <p:sldId id="31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pos="74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l Saiynov" initials="AS" lastIdx="1" clrIdx="0">
    <p:extLst>
      <p:ext uri="{19B8F6BF-5375-455C-9EA6-DF929625EA0E}">
        <p15:presenceInfo xmlns:p15="http://schemas.microsoft.com/office/powerpoint/2012/main" userId="S::Adil.saiynov@Universaltechdecisions.onmicrosoft.com::c97c4ad6-bd8d-4315-97d2-90d7a45aaa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3"/>
    <a:srgbClr val="D20000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9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438" y="150"/>
      </p:cViewPr>
      <p:guideLst>
        <p:guide orient="horz" pos="2160"/>
        <p:guide pos="3840"/>
        <p:guide pos="279"/>
        <p:guide pos="740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B2235-C21A-4501-8004-B65868BC8A02}" type="datetimeFigureOut">
              <a:rPr lang="ru-KZ" smtClean="0"/>
              <a:t>24.04.2026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1357C-5044-4216-97A1-259B6D1833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707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D16532-25A1-4A75-A2C8-27AF5DACCD1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0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22FAA-0711-442A-BABD-D47D3CB23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87BD6F-79DF-440F-8475-C4DC63514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DE9E48-6B89-43AB-A25C-58B39A37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D78C17-E81E-44C4-99FF-54287F9D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5CECA-8977-4B9F-9AD7-7EE6E449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922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C24F1-BE9F-42B9-8EF5-25F05E20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CC3D11-5B59-4550-909E-8084EB4B0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F3CB7-8054-494D-978D-46FD2027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CC6DF3-36A6-490C-91A7-90029EA9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86D902-6773-4002-8E08-052F461A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5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B6824-CB4F-4E51-B646-9AF46BAC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8E9699-F6FD-441D-97A2-C1634CA9C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95F062-5105-431F-ACAC-685E2A1E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2942D3-7288-46B2-AE3E-77AE53B6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3502AE-7E6A-42A1-A764-6557C41A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48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5DC6B-C2C2-41E0-B1BF-071D0BC5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46F1F-9D05-4F14-BFE7-1CE357F5B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C5F092-B065-4777-A1B9-A2A61C0B1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8C8893-E130-4E04-8EE6-E3EC66B4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A5358-0AC5-412A-BD67-800235AF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8F9B55-18EB-4B1B-AADE-3EB7E88B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45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08FC8-D888-41D0-9F61-ED793EA6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55D8C0-A935-4EBC-B575-EF4E7937F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ECDC0B-06C6-4766-8CEB-F63F1655F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FFEA47-132E-4A19-BBD1-07DBFC5BF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ABF2D-7667-4FEB-BD14-38AE9AFD1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FD3107-9DA7-4783-A268-DAA6A662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F669D8-FBD4-4FCA-9AAD-BA8B41FA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98CCC1-4881-4867-A0E0-C455D83D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47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AE7C2-6256-4C61-AE35-648995B2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4765C7D-E6D4-4570-892F-988A33CE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3F1CBF-91AE-40F6-9041-AD6F9CF8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7E0E8B-5B72-46D9-AECB-A1CC844E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14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B1E8FD-0CC5-4EE6-B415-DFF928B7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C967CF-8613-4E03-AF9B-E03940F4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32BEE0-E68B-47DE-9D91-62030069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92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97819-106D-4878-B2DB-15F6AA52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4E100D-77B2-4A86-9443-705DD1D2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6DD2E8-36ED-4C5D-AE0E-CBB05315E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C1A7F3-4190-4D09-BC8C-3FED9990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A2A388-B7B0-4CDC-B117-2C9E9753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DBEF79-730B-4331-AAE4-907427D1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91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42EBE-5AFE-4194-8EA1-7C8ED0E2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E06644-ECD4-4E67-B28E-1A61C1FBE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BF08CA-35B4-4BD7-BB08-A640FA975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0AA481-045C-4820-A541-B6A7D021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47766E-A724-4E03-935D-73350C52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28428F-09D5-4988-B718-385F63D3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82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B7898A-5C8F-425B-9761-05421B40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63083A-0F82-4530-8672-9D092B245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23D477-961E-421D-80DE-3DD7DA4F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989D5C-2408-4269-A9F4-9691000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486C59-33C7-4E52-94CA-C2418DAF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05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EA2841-4185-4603-B36F-E33728AD9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A91FC2-5889-45C3-A8E1-A31334528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B63B96-457B-48CA-B86F-D028ED42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7BEFC7-42ED-4A5F-85C8-DA6B39FE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A8B4A-9D46-481F-906E-5E574375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09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BBFF2-42C5-44E0-9A7E-58660E881A1B}" type="datetime1">
              <a:rPr lang="ru-RU" smtClean="0"/>
              <a:t>24.04.2026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190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E1932-1BF2-47CB-A289-A9194925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BF2AA2-564A-4E57-BBC3-F4C4D4D53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92D55A-908C-45DD-9368-42C0638BD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81BA7-4EF1-4696-8CF4-14982DFA7F4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5254B0-B0D2-4F1F-9212-0FFAA68E6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813C4-8047-418C-A73F-93EF64439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FC1C5-047C-464B-9F54-C7BA72257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135" y="609600"/>
            <a:ext cx="6672665" cy="617894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32063C20-AA3E-58A7-EDFD-B42E53A49B4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0801" y="76200"/>
            <a:ext cx="9432034" cy="419480"/>
          </a:xfrm>
          <a:prstGeom prst="rect">
            <a:avLst/>
          </a:prstGeom>
        </p:spPr>
      </p:pic>
      <p:sp>
        <p:nvSpPr>
          <p:cNvPr id="6" name="Заголовок 6">
            <a:extLst>
              <a:ext uri="{FF2B5EF4-FFF2-40B4-BE49-F238E27FC236}">
                <a16:creationId xmlns:a16="http://schemas.microsoft.com/office/drawing/2014/main" id="{F0EB5AB5-0FA0-A3BE-83B3-F829C3916D4D}"/>
              </a:ext>
            </a:extLst>
          </p:cNvPr>
          <p:cNvSpPr txBox="1">
            <a:spLocks/>
          </p:cNvSpPr>
          <p:nvPr/>
        </p:nvSpPr>
        <p:spPr>
          <a:xfrm>
            <a:off x="2667000" y="76200"/>
            <a:ext cx="9355835" cy="6155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kk-KZ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ПРЕДЛОЖЕНИЯ ПО ВЫДЕЛЕННЫМ ПОЛОСАМ ДЛЯ АВТОБУСОВ И БРТ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олилиния 6"/>
          <p:cNvSpPr/>
          <p:nvPr/>
        </p:nvSpPr>
        <p:spPr>
          <a:xfrm>
            <a:off x="6477000" y="4732020"/>
            <a:ext cx="2987040" cy="929640"/>
          </a:xfrm>
          <a:custGeom>
            <a:avLst/>
            <a:gdLst>
              <a:gd name="connsiteX0" fmla="*/ 2987040 w 2987040"/>
              <a:gd name="connsiteY0" fmla="*/ 0 h 929640"/>
              <a:gd name="connsiteX1" fmla="*/ 1089660 w 2987040"/>
              <a:gd name="connsiteY1" fmla="*/ 190500 h 929640"/>
              <a:gd name="connsiteX2" fmla="*/ 1028700 w 2987040"/>
              <a:gd name="connsiteY2" fmla="*/ 205740 h 929640"/>
              <a:gd name="connsiteX3" fmla="*/ 975360 w 2987040"/>
              <a:gd name="connsiteY3" fmla="*/ 228600 h 929640"/>
              <a:gd name="connsiteX4" fmla="*/ 937260 w 2987040"/>
              <a:gd name="connsiteY4" fmla="*/ 259080 h 929640"/>
              <a:gd name="connsiteX5" fmla="*/ 845820 w 2987040"/>
              <a:gd name="connsiteY5" fmla="*/ 312420 h 929640"/>
              <a:gd name="connsiteX6" fmla="*/ 822960 w 2987040"/>
              <a:gd name="connsiteY6" fmla="*/ 358140 h 929640"/>
              <a:gd name="connsiteX7" fmla="*/ 594360 w 2987040"/>
              <a:gd name="connsiteY7" fmla="*/ 571500 h 929640"/>
              <a:gd name="connsiteX8" fmla="*/ 464820 w 2987040"/>
              <a:gd name="connsiteY8" fmla="*/ 731520 h 929640"/>
              <a:gd name="connsiteX9" fmla="*/ 327660 w 2987040"/>
              <a:gd name="connsiteY9" fmla="*/ 815340 h 929640"/>
              <a:gd name="connsiteX10" fmla="*/ 0 w 2987040"/>
              <a:gd name="connsiteY10" fmla="*/ 929640 h 92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7040" h="929640">
                <a:moveTo>
                  <a:pt x="2987040" y="0"/>
                </a:moveTo>
                <a:lnTo>
                  <a:pt x="1089660" y="190500"/>
                </a:lnTo>
                <a:lnTo>
                  <a:pt x="1028700" y="205740"/>
                </a:lnTo>
                <a:lnTo>
                  <a:pt x="975360" y="228600"/>
                </a:lnTo>
                <a:lnTo>
                  <a:pt x="937260" y="259080"/>
                </a:lnTo>
                <a:lnTo>
                  <a:pt x="845820" y="312420"/>
                </a:lnTo>
                <a:lnTo>
                  <a:pt x="822960" y="358140"/>
                </a:lnTo>
                <a:lnTo>
                  <a:pt x="594360" y="571500"/>
                </a:lnTo>
                <a:lnTo>
                  <a:pt x="464820" y="731520"/>
                </a:lnTo>
                <a:lnTo>
                  <a:pt x="327660" y="815340"/>
                </a:lnTo>
                <a:lnTo>
                  <a:pt x="0" y="92964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5949950" y="4298950"/>
            <a:ext cx="3397250" cy="660400"/>
          </a:xfrm>
          <a:custGeom>
            <a:avLst/>
            <a:gdLst>
              <a:gd name="connsiteX0" fmla="*/ 3397250 w 3397250"/>
              <a:gd name="connsiteY0" fmla="*/ 0 h 660400"/>
              <a:gd name="connsiteX1" fmla="*/ 1574800 w 3397250"/>
              <a:gd name="connsiteY1" fmla="*/ 177800 h 660400"/>
              <a:gd name="connsiteX2" fmla="*/ 958850 w 3397250"/>
              <a:gd name="connsiteY2" fmla="*/ 330200 h 660400"/>
              <a:gd name="connsiteX3" fmla="*/ 800100 w 3397250"/>
              <a:gd name="connsiteY3" fmla="*/ 400050 h 660400"/>
              <a:gd name="connsiteX4" fmla="*/ 0 w 3397250"/>
              <a:gd name="connsiteY4" fmla="*/ 6604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7250" h="660400">
                <a:moveTo>
                  <a:pt x="3397250" y="0"/>
                </a:moveTo>
                <a:lnTo>
                  <a:pt x="1574800" y="177800"/>
                </a:lnTo>
                <a:lnTo>
                  <a:pt x="958850" y="330200"/>
                </a:lnTo>
                <a:lnTo>
                  <a:pt x="800100" y="400050"/>
                </a:lnTo>
                <a:lnTo>
                  <a:pt x="0" y="66040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 8"/>
          <p:cNvSpPr/>
          <p:nvPr/>
        </p:nvSpPr>
        <p:spPr>
          <a:xfrm>
            <a:off x="5746750" y="5664200"/>
            <a:ext cx="730250" cy="285750"/>
          </a:xfrm>
          <a:custGeom>
            <a:avLst/>
            <a:gdLst>
              <a:gd name="connsiteX0" fmla="*/ 730250 w 730250"/>
              <a:gd name="connsiteY0" fmla="*/ 0 h 285750"/>
              <a:gd name="connsiteX1" fmla="*/ 387350 w 730250"/>
              <a:gd name="connsiteY1" fmla="*/ 107950 h 285750"/>
              <a:gd name="connsiteX2" fmla="*/ 0 w 730250"/>
              <a:gd name="connsiteY2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0" h="285750">
                <a:moveTo>
                  <a:pt x="730250" y="0"/>
                </a:moveTo>
                <a:lnTo>
                  <a:pt x="387350" y="107950"/>
                </a:lnTo>
                <a:lnTo>
                  <a:pt x="0" y="28575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 9"/>
          <p:cNvSpPr/>
          <p:nvPr/>
        </p:nvSpPr>
        <p:spPr>
          <a:xfrm>
            <a:off x="8426450" y="3962400"/>
            <a:ext cx="1136650" cy="107950"/>
          </a:xfrm>
          <a:custGeom>
            <a:avLst/>
            <a:gdLst>
              <a:gd name="connsiteX0" fmla="*/ 1136650 w 1136650"/>
              <a:gd name="connsiteY0" fmla="*/ 0 h 107950"/>
              <a:gd name="connsiteX1" fmla="*/ 0 w 1136650"/>
              <a:gd name="connsiteY1" fmla="*/ 107950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6650" h="107950">
                <a:moveTo>
                  <a:pt x="1136650" y="0"/>
                </a:moveTo>
                <a:lnTo>
                  <a:pt x="0" y="10795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 10"/>
          <p:cNvSpPr/>
          <p:nvPr/>
        </p:nvSpPr>
        <p:spPr>
          <a:xfrm>
            <a:off x="8096250" y="4114800"/>
            <a:ext cx="1346200" cy="133350"/>
          </a:xfrm>
          <a:custGeom>
            <a:avLst/>
            <a:gdLst>
              <a:gd name="connsiteX0" fmla="*/ 1346200 w 1346200"/>
              <a:gd name="connsiteY0" fmla="*/ 0 h 133350"/>
              <a:gd name="connsiteX1" fmla="*/ 0 w 1346200"/>
              <a:gd name="connsiteY1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6200" h="133350">
                <a:moveTo>
                  <a:pt x="1346200" y="0"/>
                </a:moveTo>
                <a:lnTo>
                  <a:pt x="0" y="13335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 11"/>
          <p:cNvSpPr/>
          <p:nvPr/>
        </p:nvSpPr>
        <p:spPr>
          <a:xfrm>
            <a:off x="8820150" y="4514850"/>
            <a:ext cx="552450" cy="50800"/>
          </a:xfrm>
          <a:custGeom>
            <a:avLst/>
            <a:gdLst>
              <a:gd name="connsiteX0" fmla="*/ 552450 w 552450"/>
              <a:gd name="connsiteY0" fmla="*/ 0 h 50800"/>
              <a:gd name="connsiteX1" fmla="*/ 0 w 552450"/>
              <a:gd name="connsiteY1" fmla="*/ 5080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2450" h="50800">
                <a:moveTo>
                  <a:pt x="552450" y="0"/>
                </a:moveTo>
                <a:lnTo>
                  <a:pt x="0" y="5080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олилиния 12"/>
          <p:cNvSpPr/>
          <p:nvPr/>
        </p:nvSpPr>
        <p:spPr>
          <a:xfrm>
            <a:off x="6838950" y="4486275"/>
            <a:ext cx="190500" cy="476250"/>
          </a:xfrm>
          <a:custGeom>
            <a:avLst/>
            <a:gdLst>
              <a:gd name="connsiteX0" fmla="*/ 190500 w 190500"/>
              <a:gd name="connsiteY0" fmla="*/ 476250 h 476250"/>
              <a:gd name="connsiteX1" fmla="*/ 0 w 190500"/>
              <a:gd name="connsiteY1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0" h="476250">
                <a:moveTo>
                  <a:pt x="190500" y="476250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олилиния 14"/>
          <p:cNvSpPr/>
          <p:nvPr/>
        </p:nvSpPr>
        <p:spPr>
          <a:xfrm>
            <a:off x="6848475" y="5024438"/>
            <a:ext cx="728663" cy="1409700"/>
          </a:xfrm>
          <a:custGeom>
            <a:avLst/>
            <a:gdLst>
              <a:gd name="connsiteX0" fmla="*/ 728663 w 728663"/>
              <a:gd name="connsiteY0" fmla="*/ 1409700 h 1409700"/>
              <a:gd name="connsiteX1" fmla="*/ 728663 w 728663"/>
              <a:gd name="connsiteY1" fmla="*/ 1409700 h 1409700"/>
              <a:gd name="connsiteX2" fmla="*/ 633413 w 728663"/>
              <a:gd name="connsiteY2" fmla="*/ 1019175 h 1409700"/>
              <a:gd name="connsiteX3" fmla="*/ 690563 w 728663"/>
              <a:gd name="connsiteY3" fmla="*/ 1004887 h 1409700"/>
              <a:gd name="connsiteX4" fmla="*/ 619125 w 728663"/>
              <a:gd name="connsiteY4" fmla="*/ 795337 h 1409700"/>
              <a:gd name="connsiteX5" fmla="*/ 642938 w 728663"/>
              <a:gd name="connsiteY5" fmla="*/ 771525 h 1409700"/>
              <a:gd name="connsiteX6" fmla="*/ 585788 w 728663"/>
              <a:gd name="connsiteY6" fmla="*/ 628650 h 1409700"/>
              <a:gd name="connsiteX7" fmla="*/ 57150 w 728663"/>
              <a:gd name="connsiteY7" fmla="*/ 119062 h 1409700"/>
              <a:gd name="connsiteX8" fmla="*/ 0 w 728663"/>
              <a:gd name="connsiteY8" fmla="*/ 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8663" h="1409700">
                <a:moveTo>
                  <a:pt x="728663" y="1409700"/>
                </a:moveTo>
                <a:lnTo>
                  <a:pt x="728663" y="1409700"/>
                </a:lnTo>
                <a:lnTo>
                  <a:pt x="633413" y="1019175"/>
                </a:lnTo>
                <a:lnTo>
                  <a:pt x="690563" y="1004887"/>
                </a:lnTo>
                <a:lnTo>
                  <a:pt x="619125" y="795337"/>
                </a:lnTo>
                <a:lnTo>
                  <a:pt x="642938" y="771525"/>
                </a:lnTo>
                <a:lnTo>
                  <a:pt x="585788" y="628650"/>
                </a:lnTo>
                <a:lnTo>
                  <a:pt x="57150" y="119062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/>
        </p:nvSpPr>
        <p:spPr>
          <a:xfrm>
            <a:off x="7423150" y="5391150"/>
            <a:ext cx="279400" cy="247650"/>
          </a:xfrm>
          <a:custGeom>
            <a:avLst/>
            <a:gdLst>
              <a:gd name="connsiteX0" fmla="*/ 0 w 279400"/>
              <a:gd name="connsiteY0" fmla="*/ 247650 h 247650"/>
              <a:gd name="connsiteX1" fmla="*/ 241300 w 279400"/>
              <a:gd name="connsiteY1" fmla="*/ 76200 h 247650"/>
              <a:gd name="connsiteX2" fmla="*/ 279400 w 279400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400" h="247650">
                <a:moveTo>
                  <a:pt x="0" y="247650"/>
                </a:moveTo>
                <a:lnTo>
                  <a:pt x="241300" y="76200"/>
                </a:lnTo>
                <a:lnTo>
                  <a:pt x="279400" y="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 16"/>
          <p:cNvSpPr/>
          <p:nvPr/>
        </p:nvSpPr>
        <p:spPr>
          <a:xfrm>
            <a:off x="7702550" y="5143500"/>
            <a:ext cx="1244600" cy="247650"/>
          </a:xfrm>
          <a:custGeom>
            <a:avLst/>
            <a:gdLst>
              <a:gd name="connsiteX0" fmla="*/ 0 w 1238250"/>
              <a:gd name="connsiteY0" fmla="*/ 247650 h 247650"/>
              <a:gd name="connsiteX1" fmla="*/ 1066800 w 1238250"/>
              <a:gd name="connsiteY1" fmla="*/ 171450 h 247650"/>
              <a:gd name="connsiteX2" fmla="*/ 1238250 w 1238250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8250" h="247650">
                <a:moveTo>
                  <a:pt x="0" y="247650"/>
                </a:moveTo>
                <a:lnTo>
                  <a:pt x="1066800" y="171450"/>
                </a:lnTo>
                <a:lnTo>
                  <a:pt x="1238250" y="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 17"/>
          <p:cNvSpPr/>
          <p:nvPr/>
        </p:nvSpPr>
        <p:spPr>
          <a:xfrm>
            <a:off x="8943975" y="3794125"/>
            <a:ext cx="193675" cy="1349375"/>
          </a:xfrm>
          <a:custGeom>
            <a:avLst/>
            <a:gdLst>
              <a:gd name="connsiteX0" fmla="*/ 0 w 193675"/>
              <a:gd name="connsiteY0" fmla="*/ 1349375 h 1349375"/>
              <a:gd name="connsiteX1" fmla="*/ 193675 w 193675"/>
              <a:gd name="connsiteY1" fmla="*/ 1200150 h 1349375"/>
              <a:gd name="connsiteX2" fmla="*/ 85725 w 193675"/>
              <a:gd name="connsiteY2" fmla="*/ 0 h 134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675" h="1349375">
                <a:moveTo>
                  <a:pt x="0" y="1349375"/>
                </a:moveTo>
                <a:lnTo>
                  <a:pt x="193675" y="1200150"/>
                </a:lnTo>
                <a:lnTo>
                  <a:pt x="85725" y="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 18"/>
          <p:cNvSpPr/>
          <p:nvPr/>
        </p:nvSpPr>
        <p:spPr>
          <a:xfrm>
            <a:off x="7721600" y="2654300"/>
            <a:ext cx="196850" cy="723900"/>
          </a:xfrm>
          <a:custGeom>
            <a:avLst/>
            <a:gdLst>
              <a:gd name="connsiteX0" fmla="*/ 0 w 196850"/>
              <a:gd name="connsiteY0" fmla="*/ 723900 h 723900"/>
              <a:gd name="connsiteX1" fmla="*/ 19050 w 196850"/>
              <a:gd name="connsiteY1" fmla="*/ 590550 h 723900"/>
              <a:gd name="connsiteX2" fmla="*/ 196850 w 196850"/>
              <a:gd name="connsiteY2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850" h="723900">
                <a:moveTo>
                  <a:pt x="0" y="723900"/>
                </a:moveTo>
                <a:lnTo>
                  <a:pt x="19050" y="590550"/>
                </a:lnTo>
                <a:lnTo>
                  <a:pt x="196850" y="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олилиния 19"/>
          <p:cNvSpPr/>
          <p:nvPr/>
        </p:nvSpPr>
        <p:spPr>
          <a:xfrm>
            <a:off x="5448300" y="3741420"/>
            <a:ext cx="3939540" cy="1303020"/>
          </a:xfrm>
          <a:custGeom>
            <a:avLst/>
            <a:gdLst>
              <a:gd name="connsiteX0" fmla="*/ 0 w 3939540"/>
              <a:gd name="connsiteY0" fmla="*/ 1303020 h 1303020"/>
              <a:gd name="connsiteX1" fmla="*/ 198120 w 3939540"/>
              <a:gd name="connsiteY1" fmla="*/ 1196340 h 1303020"/>
              <a:gd name="connsiteX2" fmla="*/ 335280 w 3939540"/>
              <a:gd name="connsiteY2" fmla="*/ 1104900 h 1303020"/>
              <a:gd name="connsiteX3" fmla="*/ 1051560 w 3939540"/>
              <a:gd name="connsiteY3" fmla="*/ 861060 h 1303020"/>
              <a:gd name="connsiteX4" fmla="*/ 1219200 w 3939540"/>
              <a:gd name="connsiteY4" fmla="*/ 739140 h 1303020"/>
              <a:gd name="connsiteX5" fmla="*/ 1478280 w 3939540"/>
              <a:gd name="connsiteY5" fmla="*/ 685800 h 1303020"/>
              <a:gd name="connsiteX6" fmla="*/ 1592580 w 3939540"/>
              <a:gd name="connsiteY6" fmla="*/ 579120 h 1303020"/>
              <a:gd name="connsiteX7" fmla="*/ 1676400 w 3939540"/>
              <a:gd name="connsiteY7" fmla="*/ 518160 h 1303020"/>
              <a:gd name="connsiteX8" fmla="*/ 1767840 w 3939540"/>
              <a:gd name="connsiteY8" fmla="*/ 472440 h 1303020"/>
              <a:gd name="connsiteX9" fmla="*/ 1844040 w 3939540"/>
              <a:gd name="connsiteY9" fmla="*/ 457200 h 1303020"/>
              <a:gd name="connsiteX10" fmla="*/ 1920240 w 3939540"/>
              <a:gd name="connsiteY10" fmla="*/ 457200 h 1303020"/>
              <a:gd name="connsiteX11" fmla="*/ 2011680 w 3939540"/>
              <a:gd name="connsiteY11" fmla="*/ 457200 h 1303020"/>
              <a:gd name="connsiteX12" fmla="*/ 2125980 w 3939540"/>
              <a:gd name="connsiteY12" fmla="*/ 472440 h 1303020"/>
              <a:gd name="connsiteX13" fmla="*/ 3002280 w 3939540"/>
              <a:gd name="connsiteY13" fmla="*/ 114300 h 1303020"/>
              <a:gd name="connsiteX14" fmla="*/ 3116580 w 3939540"/>
              <a:gd name="connsiteY14" fmla="*/ 91440 h 1303020"/>
              <a:gd name="connsiteX15" fmla="*/ 3939540 w 3939540"/>
              <a:gd name="connsiteY15" fmla="*/ 0 h 1303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39540" h="1303020">
                <a:moveTo>
                  <a:pt x="0" y="1303020"/>
                </a:moveTo>
                <a:lnTo>
                  <a:pt x="198120" y="1196340"/>
                </a:lnTo>
                <a:lnTo>
                  <a:pt x="335280" y="1104900"/>
                </a:lnTo>
                <a:lnTo>
                  <a:pt x="1051560" y="861060"/>
                </a:lnTo>
                <a:lnTo>
                  <a:pt x="1219200" y="739140"/>
                </a:lnTo>
                <a:lnTo>
                  <a:pt x="1478280" y="685800"/>
                </a:lnTo>
                <a:lnTo>
                  <a:pt x="1592580" y="579120"/>
                </a:lnTo>
                <a:lnTo>
                  <a:pt x="1676400" y="518160"/>
                </a:lnTo>
                <a:lnTo>
                  <a:pt x="1767840" y="472440"/>
                </a:lnTo>
                <a:lnTo>
                  <a:pt x="1844040" y="457200"/>
                </a:lnTo>
                <a:lnTo>
                  <a:pt x="1920240" y="457200"/>
                </a:lnTo>
                <a:lnTo>
                  <a:pt x="2011680" y="457200"/>
                </a:lnTo>
                <a:lnTo>
                  <a:pt x="2125980" y="472440"/>
                </a:lnTo>
                <a:lnTo>
                  <a:pt x="3002280" y="114300"/>
                </a:lnTo>
                <a:lnTo>
                  <a:pt x="3116580" y="91440"/>
                </a:lnTo>
                <a:lnTo>
                  <a:pt x="393954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олилиния 20"/>
          <p:cNvSpPr/>
          <p:nvPr/>
        </p:nvSpPr>
        <p:spPr>
          <a:xfrm>
            <a:off x="5859780" y="3375660"/>
            <a:ext cx="152400" cy="845820"/>
          </a:xfrm>
          <a:custGeom>
            <a:avLst/>
            <a:gdLst>
              <a:gd name="connsiteX0" fmla="*/ 0 w 152400"/>
              <a:gd name="connsiteY0" fmla="*/ 0 h 845820"/>
              <a:gd name="connsiteX1" fmla="*/ 76200 w 152400"/>
              <a:gd name="connsiteY1" fmla="*/ 571500 h 845820"/>
              <a:gd name="connsiteX2" fmla="*/ 152400 w 152400"/>
              <a:gd name="connsiteY2" fmla="*/ 845820 h 84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845820">
                <a:moveTo>
                  <a:pt x="0" y="0"/>
                </a:moveTo>
                <a:lnTo>
                  <a:pt x="76200" y="571500"/>
                </a:lnTo>
                <a:lnTo>
                  <a:pt x="152400" y="84582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олилиния 21"/>
          <p:cNvSpPr/>
          <p:nvPr/>
        </p:nvSpPr>
        <p:spPr>
          <a:xfrm>
            <a:off x="6057900" y="4366260"/>
            <a:ext cx="106680" cy="350520"/>
          </a:xfrm>
          <a:custGeom>
            <a:avLst/>
            <a:gdLst>
              <a:gd name="connsiteX0" fmla="*/ 0 w 106680"/>
              <a:gd name="connsiteY0" fmla="*/ 0 h 350520"/>
              <a:gd name="connsiteX1" fmla="*/ 106680 w 106680"/>
              <a:gd name="connsiteY1" fmla="*/ 350520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680" h="350520">
                <a:moveTo>
                  <a:pt x="0" y="0"/>
                </a:moveTo>
                <a:lnTo>
                  <a:pt x="106680" y="35052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олилиния 22"/>
          <p:cNvSpPr/>
          <p:nvPr/>
        </p:nvSpPr>
        <p:spPr>
          <a:xfrm>
            <a:off x="9304020" y="1958340"/>
            <a:ext cx="266700" cy="914400"/>
          </a:xfrm>
          <a:custGeom>
            <a:avLst/>
            <a:gdLst>
              <a:gd name="connsiteX0" fmla="*/ 266700 w 266700"/>
              <a:gd name="connsiteY0" fmla="*/ 0 h 914400"/>
              <a:gd name="connsiteX1" fmla="*/ 198120 w 266700"/>
              <a:gd name="connsiteY1" fmla="*/ 236220 h 914400"/>
              <a:gd name="connsiteX2" fmla="*/ 190500 w 266700"/>
              <a:gd name="connsiteY2" fmla="*/ 274320 h 914400"/>
              <a:gd name="connsiteX3" fmla="*/ 198120 w 266700"/>
              <a:gd name="connsiteY3" fmla="*/ 396240 h 914400"/>
              <a:gd name="connsiteX4" fmla="*/ 129540 w 266700"/>
              <a:gd name="connsiteY4" fmla="*/ 480060 h 914400"/>
              <a:gd name="connsiteX5" fmla="*/ 99060 w 266700"/>
              <a:gd name="connsiteY5" fmla="*/ 655320 h 914400"/>
              <a:gd name="connsiteX6" fmla="*/ 99060 w 266700"/>
              <a:gd name="connsiteY6" fmla="*/ 701040 h 914400"/>
              <a:gd name="connsiteX7" fmla="*/ 53340 w 266700"/>
              <a:gd name="connsiteY7" fmla="*/ 800100 h 914400"/>
              <a:gd name="connsiteX8" fmla="*/ 0 w 266700"/>
              <a:gd name="connsiteY8" fmla="*/ 868680 h 914400"/>
              <a:gd name="connsiteX9" fmla="*/ 15240 w 266700"/>
              <a:gd name="connsiteY9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6700" h="914400">
                <a:moveTo>
                  <a:pt x="266700" y="0"/>
                </a:moveTo>
                <a:lnTo>
                  <a:pt x="198120" y="236220"/>
                </a:lnTo>
                <a:lnTo>
                  <a:pt x="190500" y="274320"/>
                </a:lnTo>
                <a:lnTo>
                  <a:pt x="198120" y="396240"/>
                </a:lnTo>
                <a:lnTo>
                  <a:pt x="129540" y="480060"/>
                </a:lnTo>
                <a:lnTo>
                  <a:pt x="99060" y="655320"/>
                </a:lnTo>
                <a:lnTo>
                  <a:pt x="99060" y="701040"/>
                </a:lnTo>
                <a:lnTo>
                  <a:pt x="53340" y="800100"/>
                </a:lnTo>
                <a:lnTo>
                  <a:pt x="0" y="868680"/>
                </a:lnTo>
                <a:lnTo>
                  <a:pt x="15240" y="91440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олилиния 23"/>
          <p:cNvSpPr/>
          <p:nvPr/>
        </p:nvSpPr>
        <p:spPr>
          <a:xfrm>
            <a:off x="9436894" y="2926556"/>
            <a:ext cx="88106" cy="783432"/>
          </a:xfrm>
          <a:custGeom>
            <a:avLst/>
            <a:gdLst>
              <a:gd name="connsiteX0" fmla="*/ 0 w 88106"/>
              <a:gd name="connsiteY0" fmla="*/ 0 h 783432"/>
              <a:gd name="connsiteX1" fmla="*/ 88106 w 88106"/>
              <a:gd name="connsiteY1" fmla="*/ 783432 h 78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106" h="783432">
                <a:moveTo>
                  <a:pt x="0" y="0"/>
                </a:moveTo>
                <a:lnTo>
                  <a:pt x="88106" y="783432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олилиния 1"/>
          <p:cNvSpPr/>
          <p:nvPr/>
        </p:nvSpPr>
        <p:spPr>
          <a:xfrm>
            <a:off x="7912100" y="622300"/>
            <a:ext cx="1181100" cy="2044700"/>
          </a:xfrm>
          <a:custGeom>
            <a:avLst/>
            <a:gdLst>
              <a:gd name="connsiteX0" fmla="*/ 1181100 w 1181100"/>
              <a:gd name="connsiteY0" fmla="*/ 0 h 2044700"/>
              <a:gd name="connsiteX1" fmla="*/ 1104900 w 1181100"/>
              <a:gd name="connsiteY1" fmla="*/ 203200 h 2044700"/>
              <a:gd name="connsiteX2" fmla="*/ 698500 w 1181100"/>
              <a:gd name="connsiteY2" fmla="*/ 304800 h 2044700"/>
              <a:gd name="connsiteX3" fmla="*/ 685800 w 1181100"/>
              <a:gd name="connsiteY3" fmla="*/ 342900 h 2044700"/>
              <a:gd name="connsiteX4" fmla="*/ 685800 w 1181100"/>
              <a:gd name="connsiteY4" fmla="*/ 406400 h 2044700"/>
              <a:gd name="connsiteX5" fmla="*/ 673100 w 1181100"/>
              <a:gd name="connsiteY5" fmla="*/ 495300 h 2044700"/>
              <a:gd name="connsiteX6" fmla="*/ 673100 w 1181100"/>
              <a:gd name="connsiteY6" fmla="*/ 546100 h 2044700"/>
              <a:gd name="connsiteX7" fmla="*/ 368300 w 1181100"/>
              <a:gd name="connsiteY7" fmla="*/ 1155700 h 2044700"/>
              <a:gd name="connsiteX8" fmla="*/ 0 w 1181100"/>
              <a:gd name="connsiteY8" fmla="*/ 204470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1100" h="2044700">
                <a:moveTo>
                  <a:pt x="1181100" y="0"/>
                </a:moveTo>
                <a:lnTo>
                  <a:pt x="1104900" y="203200"/>
                </a:lnTo>
                <a:lnTo>
                  <a:pt x="698500" y="304800"/>
                </a:lnTo>
                <a:lnTo>
                  <a:pt x="685800" y="342900"/>
                </a:lnTo>
                <a:lnTo>
                  <a:pt x="685800" y="406400"/>
                </a:lnTo>
                <a:lnTo>
                  <a:pt x="673100" y="495300"/>
                </a:lnTo>
                <a:lnTo>
                  <a:pt x="673100" y="546100"/>
                </a:lnTo>
                <a:lnTo>
                  <a:pt x="368300" y="1155700"/>
                </a:lnTo>
                <a:lnTo>
                  <a:pt x="0" y="20447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лилиния 2"/>
          <p:cNvSpPr/>
          <p:nvPr/>
        </p:nvSpPr>
        <p:spPr>
          <a:xfrm>
            <a:off x="7677150" y="3384550"/>
            <a:ext cx="222250" cy="3054350"/>
          </a:xfrm>
          <a:custGeom>
            <a:avLst/>
            <a:gdLst>
              <a:gd name="connsiteX0" fmla="*/ 38100 w 222250"/>
              <a:gd name="connsiteY0" fmla="*/ 0 h 3054350"/>
              <a:gd name="connsiteX1" fmla="*/ 0 w 222250"/>
              <a:gd name="connsiteY1" fmla="*/ 558800 h 3054350"/>
              <a:gd name="connsiteX2" fmla="*/ 0 w 222250"/>
              <a:gd name="connsiteY2" fmla="*/ 654050 h 3054350"/>
              <a:gd name="connsiteX3" fmla="*/ 38100 w 222250"/>
              <a:gd name="connsiteY3" fmla="*/ 755650 h 3054350"/>
              <a:gd name="connsiteX4" fmla="*/ 222250 w 222250"/>
              <a:gd name="connsiteY4" fmla="*/ 2736850 h 3054350"/>
              <a:gd name="connsiteX5" fmla="*/ 215900 w 222250"/>
              <a:gd name="connsiteY5" fmla="*/ 3054350 h 305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250" h="3054350">
                <a:moveTo>
                  <a:pt x="38100" y="0"/>
                </a:moveTo>
                <a:lnTo>
                  <a:pt x="0" y="558800"/>
                </a:lnTo>
                <a:lnTo>
                  <a:pt x="0" y="654050"/>
                </a:lnTo>
                <a:lnTo>
                  <a:pt x="38100" y="755650"/>
                </a:lnTo>
                <a:lnTo>
                  <a:pt x="222250" y="2736850"/>
                </a:lnTo>
                <a:lnTo>
                  <a:pt x="215900" y="305435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олилиния 13"/>
          <p:cNvSpPr/>
          <p:nvPr/>
        </p:nvSpPr>
        <p:spPr>
          <a:xfrm>
            <a:off x="8839200" y="830580"/>
            <a:ext cx="274320" cy="4526280"/>
          </a:xfrm>
          <a:custGeom>
            <a:avLst/>
            <a:gdLst>
              <a:gd name="connsiteX0" fmla="*/ 175260 w 274320"/>
              <a:gd name="connsiteY0" fmla="*/ 0 h 4526280"/>
              <a:gd name="connsiteX1" fmla="*/ 68580 w 274320"/>
              <a:gd name="connsiteY1" fmla="*/ 243840 h 4526280"/>
              <a:gd name="connsiteX2" fmla="*/ 68580 w 274320"/>
              <a:gd name="connsiteY2" fmla="*/ 739140 h 4526280"/>
              <a:gd name="connsiteX3" fmla="*/ 45720 w 274320"/>
              <a:gd name="connsiteY3" fmla="*/ 838200 h 4526280"/>
              <a:gd name="connsiteX4" fmla="*/ 0 w 274320"/>
              <a:gd name="connsiteY4" fmla="*/ 1341120 h 4526280"/>
              <a:gd name="connsiteX5" fmla="*/ 22860 w 274320"/>
              <a:gd name="connsiteY5" fmla="*/ 1501140 h 4526280"/>
              <a:gd name="connsiteX6" fmla="*/ 0 w 274320"/>
              <a:gd name="connsiteY6" fmla="*/ 1661160 h 4526280"/>
              <a:gd name="connsiteX7" fmla="*/ 15240 w 274320"/>
              <a:gd name="connsiteY7" fmla="*/ 1744980 h 4526280"/>
              <a:gd name="connsiteX8" fmla="*/ 0 w 274320"/>
              <a:gd name="connsiteY8" fmla="*/ 1821180 h 4526280"/>
              <a:gd name="connsiteX9" fmla="*/ 137160 w 274320"/>
              <a:gd name="connsiteY9" fmla="*/ 2148840 h 4526280"/>
              <a:gd name="connsiteX10" fmla="*/ 175260 w 274320"/>
              <a:gd name="connsiteY10" fmla="*/ 2225040 h 4526280"/>
              <a:gd name="connsiteX11" fmla="*/ 198120 w 274320"/>
              <a:gd name="connsiteY11" fmla="*/ 2430780 h 4526280"/>
              <a:gd name="connsiteX12" fmla="*/ 0 w 274320"/>
              <a:gd name="connsiteY12" fmla="*/ 2773680 h 4526280"/>
              <a:gd name="connsiteX13" fmla="*/ 99060 w 274320"/>
              <a:gd name="connsiteY13" fmla="*/ 4023360 h 4526280"/>
              <a:gd name="connsiteX14" fmla="*/ 152400 w 274320"/>
              <a:gd name="connsiteY14" fmla="*/ 4175760 h 4526280"/>
              <a:gd name="connsiteX15" fmla="*/ 167640 w 274320"/>
              <a:gd name="connsiteY15" fmla="*/ 4236720 h 4526280"/>
              <a:gd name="connsiteX16" fmla="*/ 182880 w 274320"/>
              <a:gd name="connsiteY16" fmla="*/ 4381500 h 4526280"/>
              <a:gd name="connsiteX17" fmla="*/ 274320 w 274320"/>
              <a:gd name="connsiteY17" fmla="*/ 4526280 h 4526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74320" h="4526280">
                <a:moveTo>
                  <a:pt x="175260" y="0"/>
                </a:moveTo>
                <a:lnTo>
                  <a:pt x="68580" y="243840"/>
                </a:lnTo>
                <a:lnTo>
                  <a:pt x="68580" y="739140"/>
                </a:lnTo>
                <a:lnTo>
                  <a:pt x="45720" y="838200"/>
                </a:lnTo>
                <a:lnTo>
                  <a:pt x="0" y="1341120"/>
                </a:lnTo>
                <a:lnTo>
                  <a:pt x="22860" y="1501140"/>
                </a:lnTo>
                <a:lnTo>
                  <a:pt x="0" y="1661160"/>
                </a:lnTo>
                <a:lnTo>
                  <a:pt x="15240" y="1744980"/>
                </a:lnTo>
                <a:lnTo>
                  <a:pt x="0" y="1821180"/>
                </a:lnTo>
                <a:lnTo>
                  <a:pt x="137160" y="2148840"/>
                </a:lnTo>
                <a:lnTo>
                  <a:pt x="175260" y="2225040"/>
                </a:lnTo>
                <a:lnTo>
                  <a:pt x="198120" y="2430780"/>
                </a:lnTo>
                <a:lnTo>
                  <a:pt x="0" y="2773680"/>
                </a:lnTo>
                <a:lnTo>
                  <a:pt x="99060" y="4023360"/>
                </a:lnTo>
                <a:lnTo>
                  <a:pt x="152400" y="4175760"/>
                </a:lnTo>
                <a:lnTo>
                  <a:pt x="167640" y="4236720"/>
                </a:lnTo>
                <a:lnTo>
                  <a:pt x="182880" y="4381500"/>
                </a:lnTo>
                <a:lnTo>
                  <a:pt x="274320" y="452628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олилиния 24"/>
          <p:cNvSpPr/>
          <p:nvPr/>
        </p:nvSpPr>
        <p:spPr>
          <a:xfrm>
            <a:off x="9037320" y="1310640"/>
            <a:ext cx="320040" cy="3947160"/>
          </a:xfrm>
          <a:custGeom>
            <a:avLst/>
            <a:gdLst>
              <a:gd name="connsiteX0" fmla="*/ 289560 w 320040"/>
              <a:gd name="connsiteY0" fmla="*/ 0 h 3947160"/>
              <a:gd name="connsiteX1" fmla="*/ 38100 w 320040"/>
              <a:gd name="connsiteY1" fmla="*/ 563880 h 3947160"/>
              <a:gd name="connsiteX2" fmla="*/ 60960 w 320040"/>
              <a:gd name="connsiteY2" fmla="*/ 1821180 h 3947160"/>
              <a:gd name="connsiteX3" fmla="*/ 0 w 320040"/>
              <a:gd name="connsiteY3" fmla="*/ 1965960 h 3947160"/>
              <a:gd name="connsiteX4" fmla="*/ 99060 w 320040"/>
              <a:gd name="connsiteY4" fmla="*/ 2209800 h 3947160"/>
              <a:gd name="connsiteX5" fmla="*/ 190500 w 320040"/>
              <a:gd name="connsiteY5" fmla="*/ 2263140 h 3947160"/>
              <a:gd name="connsiteX6" fmla="*/ 167640 w 320040"/>
              <a:gd name="connsiteY6" fmla="*/ 2301240 h 3947160"/>
              <a:gd name="connsiteX7" fmla="*/ 182880 w 320040"/>
              <a:gd name="connsiteY7" fmla="*/ 2430780 h 3947160"/>
              <a:gd name="connsiteX8" fmla="*/ 320040 w 320040"/>
              <a:gd name="connsiteY8" fmla="*/ 3947160 h 394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0040" h="3947160">
                <a:moveTo>
                  <a:pt x="289560" y="0"/>
                </a:moveTo>
                <a:lnTo>
                  <a:pt x="38100" y="563880"/>
                </a:lnTo>
                <a:lnTo>
                  <a:pt x="60960" y="1821180"/>
                </a:lnTo>
                <a:lnTo>
                  <a:pt x="0" y="1965960"/>
                </a:lnTo>
                <a:lnTo>
                  <a:pt x="99060" y="2209800"/>
                </a:lnTo>
                <a:lnTo>
                  <a:pt x="190500" y="2263140"/>
                </a:lnTo>
                <a:lnTo>
                  <a:pt x="167640" y="2301240"/>
                </a:lnTo>
                <a:lnTo>
                  <a:pt x="182880" y="2430780"/>
                </a:lnTo>
                <a:lnTo>
                  <a:pt x="320040" y="394716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олилиния 25"/>
          <p:cNvSpPr/>
          <p:nvPr/>
        </p:nvSpPr>
        <p:spPr>
          <a:xfrm>
            <a:off x="9547860" y="1028700"/>
            <a:ext cx="1333500" cy="929640"/>
          </a:xfrm>
          <a:custGeom>
            <a:avLst/>
            <a:gdLst>
              <a:gd name="connsiteX0" fmla="*/ 1333500 w 1333500"/>
              <a:gd name="connsiteY0" fmla="*/ 0 h 929640"/>
              <a:gd name="connsiteX1" fmla="*/ 975360 w 1333500"/>
              <a:gd name="connsiteY1" fmla="*/ 144780 h 929640"/>
              <a:gd name="connsiteX2" fmla="*/ 891540 w 1333500"/>
              <a:gd name="connsiteY2" fmla="*/ 106680 h 929640"/>
              <a:gd name="connsiteX3" fmla="*/ 662940 w 1333500"/>
              <a:gd name="connsiteY3" fmla="*/ 228600 h 929640"/>
              <a:gd name="connsiteX4" fmla="*/ 373380 w 1333500"/>
              <a:gd name="connsiteY4" fmla="*/ 929640 h 929640"/>
              <a:gd name="connsiteX5" fmla="*/ 167640 w 1333500"/>
              <a:gd name="connsiteY5" fmla="*/ 883920 h 929640"/>
              <a:gd name="connsiteX6" fmla="*/ 0 w 1333500"/>
              <a:gd name="connsiteY6" fmla="*/ 922020 h 92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33500" h="929640">
                <a:moveTo>
                  <a:pt x="1333500" y="0"/>
                </a:moveTo>
                <a:lnTo>
                  <a:pt x="975360" y="144780"/>
                </a:lnTo>
                <a:lnTo>
                  <a:pt x="891540" y="106680"/>
                </a:lnTo>
                <a:lnTo>
                  <a:pt x="662940" y="228600"/>
                </a:lnTo>
                <a:lnTo>
                  <a:pt x="373380" y="929640"/>
                </a:lnTo>
                <a:lnTo>
                  <a:pt x="167640" y="883920"/>
                </a:lnTo>
                <a:lnTo>
                  <a:pt x="0" y="92202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27" name="Полилиния 26"/>
          <p:cNvSpPr/>
          <p:nvPr/>
        </p:nvSpPr>
        <p:spPr>
          <a:xfrm>
            <a:off x="9282113" y="2886075"/>
            <a:ext cx="100012" cy="852488"/>
          </a:xfrm>
          <a:custGeom>
            <a:avLst/>
            <a:gdLst>
              <a:gd name="connsiteX0" fmla="*/ 38100 w 100012"/>
              <a:gd name="connsiteY0" fmla="*/ 0 h 852488"/>
              <a:gd name="connsiteX1" fmla="*/ 0 w 100012"/>
              <a:gd name="connsiteY1" fmla="*/ 71438 h 852488"/>
              <a:gd name="connsiteX2" fmla="*/ 14287 w 100012"/>
              <a:gd name="connsiteY2" fmla="*/ 676275 h 852488"/>
              <a:gd name="connsiteX3" fmla="*/ 100012 w 100012"/>
              <a:gd name="connsiteY3" fmla="*/ 852488 h 85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12" h="852488">
                <a:moveTo>
                  <a:pt x="38100" y="0"/>
                </a:moveTo>
                <a:lnTo>
                  <a:pt x="0" y="71438"/>
                </a:lnTo>
                <a:lnTo>
                  <a:pt x="14287" y="676275"/>
                </a:lnTo>
                <a:lnTo>
                  <a:pt x="100012" y="852488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олилиния 27"/>
          <p:cNvSpPr/>
          <p:nvPr/>
        </p:nvSpPr>
        <p:spPr>
          <a:xfrm>
            <a:off x="6391564" y="2789382"/>
            <a:ext cx="4174836" cy="3676073"/>
          </a:xfrm>
          <a:custGeom>
            <a:avLst/>
            <a:gdLst>
              <a:gd name="connsiteX0" fmla="*/ 110836 w 4174836"/>
              <a:gd name="connsiteY0" fmla="*/ 1440873 h 3676073"/>
              <a:gd name="connsiteX1" fmla="*/ 415636 w 4174836"/>
              <a:gd name="connsiteY1" fmla="*/ 1330036 h 3676073"/>
              <a:gd name="connsiteX2" fmla="*/ 1524000 w 4174836"/>
              <a:gd name="connsiteY2" fmla="*/ 794327 h 3676073"/>
              <a:gd name="connsiteX3" fmla="*/ 1597891 w 4174836"/>
              <a:gd name="connsiteY3" fmla="*/ 720436 h 3676073"/>
              <a:gd name="connsiteX4" fmla="*/ 2096654 w 4174836"/>
              <a:gd name="connsiteY4" fmla="*/ 544945 h 3676073"/>
              <a:gd name="connsiteX5" fmla="*/ 2355272 w 4174836"/>
              <a:gd name="connsiteY5" fmla="*/ 267854 h 3676073"/>
              <a:gd name="connsiteX6" fmla="*/ 2549236 w 4174836"/>
              <a:gd name="connsiteY6" fmla="*/ 147782 h 3676073"/>
              <a:gd name="connsiteX7" fmla="*/ 2697018 w 4174836"/>
              <a:gd name="connsiteY7" fmla="*/ 157018 h 3676073"/>
              <a:gd name="connsiteX8" fmla="*/ 2890981 w 4174836"/>
              <a:gd name="connsiteY8" fmla="*/ 110836 h 3676073"/>
              <a:gd name="connsiteX9" fmla="*/ 2900218 w 4174836"/>
              <a:gd name="connsiteY9" fmla="*/ 83127 h 3676073"/>
              <a:gd name="connsiteX10" fmla="*/ 3223491 w 4174836"/>
              <a:gd name="connsiteY10" fmla="*/ 147782 h 3676073"/>
              <a:gd name="connsiteX11" fmla="*/ 3611418 w 4174836"/>
              <a:gd name="connsiteY11" fmla="*/ 157018 h 3676073"/>
              <a:gd name="connsiteX12" fmla="*/ 3731491 w 4174836"/>
              <a:gd name="connsiteY12" fmla="*/ 92363 h 3676073"/>
              <a:gd name="connsiteX13" fmla="*/ 4036291 w 4174836"/>
              <a:gd name="connsiteY13" fmla="*/ 0 h 3676073"/>
              <a:gd name="connsiteX14" fmla="*/ 4174836 w 4174836"/>
              <a:gd name="connsiteY14" fmla="*/ 83127 h 3676073"/>
              <a:gd name="connsiteX15" fmla="*/ 3943927 w 4174836"/>
              <a:gd name="connsiteY15" fmla="*/ 350982 h 3676073"/>
              <a:gd name="connsiteX16" fmla="*/ 3925454 w 4174836"/>
              <a:gd name="connsiteY16" fmla="*/ 452582 h 3676073"/>
              <a:gd name="connsiteX17" fmla="*/ 3906981 w 4174836"/>
              <a:gd name="connsiteY17" fmla="*/ 591127 h 3676073"/>
              <a:gd name="connsiteX18" fmla="*/ 3860800 w 4174836"/>
              <a:gd name="connsiteY18" fmla="*/ 637309 h 3676073"/>
              <a:gd name="connsiteX19" fmla="*/ 3860800 w 4174836"/>
              <a:gd name="connsiteY19" fmla="*/ 692727 h 3676073"/>
              <a:gd name="connsiteX20" fmla="*/ 3842327 w 4174836"/>
              <a:gd name="connsiteY20" fmla="*/ 757382 h 3676073"/>
              <a:gd name="connsiteX21" fmla="*/ 3860800 w 4174836"/>
              <a:gd name="connsiteY21" fmla="*/ 849745 h 3676073"/>
              <a:gd name="connsiteX22" fmla="*/ 3879272 w 4174836"/>
              <a:gd name="connsiteY22" fmla="*/ 905163 h 3676073"/>
              <a:gd name="connsiteX23" fmla="*/ 3897745 w 4174836"/>
              <a:gd name="connsiteY23" fmla="*/ 969818 h 3676073"/>
              <a:gd name="connsiteX24" fmla="*/ 3916218 w 4174836"/>
              <a:gd name="connsiteY24" fmla="*/ 1016000 h 3676073"/>
              <a:gd name="connsiteX25" fmla="*/ 3916218 w 4174836"/>
              <a:gd name="connsiteY25" fmla="*/ 1071418 h 3676073"/>
              <a:gd name="connsiteX26" fmla="*/ 3851563 w 4174836"/>
              <a:gd name="connsiteY26" fmla="*/ 1126836 h 3676073"/>
              <a:gd name="connsiteX27" fmla="*/ 3823854 w 4174836"/>
              <a:gd name="connsiteY27" fmla="*/ 1237673 h 3676073"/>
              <a:gd name="connsiteX28" fmla="*/ 3823854 w 4174836"/>
              <a:gd name="connsiteY28" fmla="*/ 1302327 h 3676073"/>
              <a:gd name="connsiteX29" fmla="*/ 3823854 w 4174836"/>
              <a:gd name="connsiteY29" fmla="*/ 1348509 h 3676073"/>
              <a:gd name="connsiteX30" fmla="*/ 3842327 w 4174836"/>
              <a:gd name="connsiteY30" fmla="*/ 1385454 h 3676073"/>
              <a:gd name="connsiteX31" fmla="*/ 3823854 w 4174836"/>
              <a:gd name="connsiteY31" fmla="*/ 1459345 h 3676073"/>
              <a:gd name="connsiteX32" fmla="*/ 3823854 w 4174836"/>
              <a:gd name="connsiteY32" fmla="*/ 1514763 h 3676073"/>
              <a:gd name="connsiteX33" fmla="*/ 3777672 w 4174836"/>
              <a:gd name="connsiteY33" fmla="*/ 1597891 h 3676073"/>
              <a:gd name="connsiteX34" fmla="*/ 3796145 w 4174836"/>
              <a:gd name="connsiteY34" fmla="*/ 1662545 h 3676073"/>
              <a:gd name="connsiteX35" fmla="*/ 3740727 w 4174836"/>
              <a:gd name="connsiteY35" fmla="*/ 1764145 h 3676073"/>
              <a:gd name="connsiteX36" fmla="*/ 3639127 w 4174836"/>
              <a:gd name="connsiteY36" fmla="*/ 1902691 h 3676073"/>
              <a:gd name="connsiteX37" fmla="*/ 3556000 w 4174836"/>
              <a:gd name="connsiteY37" fmla="*/ 2013527 h 3676073"/>
              <a:gd name="connsiteX38" fmla="*/ 3519054 w 4174836"/>
              <a:gd name="connsiteY38" fmla="*/ 2087418 h 3676073"/>
              <a:gd name="connsiteX39" fmla="*/ 3463636 w 4174836"/>
              <a:gd name="connsiteY39" fmla="*/ 2216727 h 3676073"/>
              <a:gd name="connsiteX40" fmla="*/ 3445163 w 4174836"/>
              <a:gd name="connsiteY40" fmla="*/ 2290618 h 3676073"/>
              <a:gd name="connsiteX41" fmla="*/ 3445163 w 4174836"/>
              <a:gd name="connsiteY41" fmla="*/ 2336800 h 3676073"/>
              <a:gd name="connsiteX42" fmla="*/ 3426691 w 4174836"/>
              <a:gd name="connsiteY42" fmla="*/ 2410691 h 3676073"/>
              <a:gd name="connsiteX43" fmla="*/ 3362036 w 4174836"/>
              <a:gd name="connsiteY43" fmla="*/ 2447636 h 3676073"/>
              <a:gd name="connsiteX44" fmla="*/ 2826327 w 4174836"/>
              <a:gd name="connsiteY44" fmla="*/ 2466109 h 3676073"/>
              <a:gd name="connsiteX45" fmla="*/ 2050472 w 4174836"/>
              <a:gd name="connsiteY45" fmla="*/ 3168073 h 3676073"/>
              <a:gd name="connsiteX46" fmla="*/ 2022763 w 4174836"/>
              <a:gd name="connsiteY46" fmla="*/ 3251200 h 3676073"/>
              <a:gd name="connsiteX47" fmla="*/ 2022763 w 4174836"/>
              <a:gd name="connsiteY47" fmla="*/ 3288145 h 3676073"/>
              <a:gd name="connsiteX48" fmla="*/ 1985818 w 4174836"/>
              <a:gd name="connsiteY48" fmla="*/ 3362036 h 3676073"/>
              <a:gd name="connsiteX49" fmla="*/ 1948872 w 4174836"/>
              <a:gd name="connsiteY49" fmla="*/ 3398982 h 3676073"/>
              <a:gd name="connsiteX50" fmla="*/ 1884218 w 4174836"/>
              <a:gd name="connsiteY50" fmla="*/ 3398982 h 3676073"/>
              <a:gd name="connsiteX51" fmla="*/ 1801091 w 4174836"/>
              <a:gd name="connsiteY51" fmla="*/ 3435927 h 3676073"/>
              <a:gd name="connsiteX52" fmla="*/ 1505527 w 4174836"/>
              <a:gd name="connsiteY52" fmla="*/ 3666836 h 3676073"/>
              <a:gd name="connsiteX53" fmla="*/ 1145309 w 4174836"/>
              <a:gd name="connsiteY53" fmla="*/ 3676073 h 3676073"/>
              <a:gd name="connsiteX54" fmla="*/ 1062181 w 4174836"/>
              <a:gd name="connsiteY54" fmla="*/ 3648363 h 3676073"/>
              <a:gd name="connsiteX55" fmla="*/ 997527 w 4174836"/>
              <a:gd name="connsiteY55" fmla="*/ 3629891 h 3676073"/>
              <a:gd name="connsiteX56" fmla="*/ 942109 w 4174836"/>
              <a:gd name="connsiteY56" fmla="*/ 3602182 h 3676073"/>
              <a:gd name="connsiteX57" fmla="*/ 895927 w 4174836"/>
              <a:gd name="connsiteY57" fmla="*/ 3565236 h 3676073"/>
              <a:gd name="connsiteX58" fmla="*/ 858981 w 4174836"/>
              <a:gd name="connsiteY58" fmla="*/ 3500582 h 3676073"/>
              <a:gd name="connsiteX59" fmla="*/ 840509 w 4174836"/>
              <a:gd name="connsiteY59" fmla="*/ 3445163 h 3676073"/>
              <a:gd name="connsiteX60" fmla="*/ 785091 w 4174836"/>
              <a:gd name="connsiteY60" fmla="*/ 3288145 h 3676073"/>
              <a:gd name="connsiteX61" fmla="*/ 785091 w 4174836"/>
              <a:gd name="connsiteY61" fmla="*/ 3251200 h 3676073"/>
              <a:gd name="connsiteX62" fmla="*/ 711200 w 4174836"/>
              <a:gd name="connsiteY62" fmla="*/ 3205018 h 3676073"/>
              <a:gd name="connsiteX63" fmla="*/ 406400 w 4174836"/>
              <a:gd name="connsiteY63" fmla="*/ 2770909 h 3676073"/>
              <a:gd name="connsiteX64" fmla="*/ 212436 w 4174836"/>
              <a:gd name="connsiteY64" fmla="*/ 2466109 h 3676073"/>
              <a:gd name="connsiteX65" fmla="*/ 0 w 4174836"/>
              <a:gd name="connsiteY65" fmla="*/ 1865745 h 3676073"/>
              <a:gd name="connsiteX66" fmla="*/ 110836 w 4174836"/>
              <a:gd name="connsiteY66" fmla="*/ 1440873 h 3676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174836" h="3676073">
                <a:moveTo>
                  <a:pt x="110836" y="1440873"/>
                </a:moveTo>
                <a:lnTo>
                  <a:pt x="415636" y="1330036"/>
                </a:lnTo>
                <a:lnTo>
                  <a:pt x="1524000" y="794327"/>
                </a:lnTo>
                <a:lnTo>
                  <a:pt x="1597891" y="720436"/>
                </a:lnTo>
                <a:lnTo>
                  <a:pt x="2096654" y="544945"/>
                </a:lnTo>
                <a:lnTo>
                  <a:pt x="2355272" y="267854"/>
                </a:lnTo>
                <a:lnTo>
                  <a:pt x="2549236" y="147782"/>
                </a:lnTo>
                <a:lnTo>
                  <a:pt x="2697018" y="157018"/>
                </a:lnTo>
                <a:lnTo>
                  <a:pt x="2890981" y="110836"/>
                </a:lnTo>
                <a:lnTo>
                  <a:pt x="2900218" y="83127"/>
                </a:lnTo>
                <a:lnTo>
                  <a:pt x="3223491" y="147782"/>
                </a:lnTo>
                <a:lnTo>
                  <a:pt x="3611418" y="157018"/>
                </a:lnTo>
                <a:lnTo>
                  <a:pt x="3731491" y="92363"/>
                </a:lnTo>
                <a:lnTo>
                  <a:pt x="4036291" y="0"/>
                </a:lnTo>
                <a:lnTo>
                  <a:pt x="4174836" y="83127"/>
                </a:lnTo>
                <a:lnTo>
                  <a:pt x="3943927" y="350982"/>
                </a:lnTo>
                <a:lnTo>
                  <a:pt x="3925454" y="452582"/>
                </a:lnTo>
                <a:lnTo>
                  <a:pt x="3906981" y="591127"/>
                </a:lnTo>
                <a:lnTo>
                  <a:pt x="3860800" y="637309"/>
                </a:lnTo>
                <a:lnTo>
                  <a:pt x="3860800" y="692727"/>
                </a:lnTo>
                <a:lnTo>
                  <a:pt x="3842327" y="757382"/>
                </a:lnTo>
                <a:lnTo>
                  <a:pt x="3860800" y="849745"/>
                </a:lnTo>
                <a:lnTo>
                  <a:pt x="3879272" y="905163"/>
                </a:lnTo>
                <a:lnTo>
                  <a:pt x="3897745" y="969818"/>
                </a:lnTo>
                <a:lnTo>
                  <a:pt x="3916218" y="1016000"/>
                </a:lnTo>
                <a:lnTo>
                  <a:pt x="3916218" y="1071418"/>
                </a:lnTo>
                <a:lnTo>
                  <a:pt x="3851563" y="1126836"/>
                </a:lnTo>
                <a:lnTo>
                  <a:pt x="3823854" y="1237673"/>
                </a:lnTo>
                <a:lnTo>
                  <a:pt x="3823854" y="1302327"/>
                </a:lnTo>
                <a:lnTo>
                  <a:pt x="3823854" y="1348509"/>
                </a:lnTo>
                <a:lnTo>
                  <a:pt x="3842327" y="1385454"/>
                </a:lnTo>
                <a:lnTo>
                  <a:pt x="3823854" y="1459345"/>
                </a:lnTo>
                <a:lnTo>
                  <a:pt x="3823854" y="1514763"/>
                </a:lnTo>
                <a:lnTo>
                  <a:pt x="3777672" y="1597891"/>
                </a:lnTo>
                <a:lnTo>
                  <a:pt x="3796145" y="1662545"/>
                </a:lnTo>
                <a:lnTo>
                  <a:pt x="3740727" y="1764145"/>
                </a:lnTo>
                <a:lnTo>
                  <a:pt x="3639127" y="1902691"/>
                </a:lnTo>
                <a:lnTo>
                  <a:pt x="3556000" y="2013527"/>
                </a:lnTo>
                <a:lnTo>
                  <a:pt x="3519054" y="2087418"/>
                </a:lnTo>
                <a:lnTo>
                  <a:pt x="3463636" y="2216727"/>
                </a:lnTo>
                <a:lnTo>
                  <a:pt x="3445163" y="2290618"/>
                </a:lnTo>
                <a:lnTo>
                  <a:pt x="3445163" y="2336800"/>
                </a:lnTo>
                <a:lnTo>
                  <a:pt x="3426691" y="2410691"/>
                </a:lnTo>
                <a:lnTo>
                  <a:pt x="3362036" y="2447636"/>
                </a:lnTo>
                <a:lnTo>
                  <a:pt x="2826327" y="2466109"/>
                </a:lnTo>
                <a:lnTo>
                  <a:pt x="2050472" y="3168073"/>
                </a:lnTo>
                <a:lnTo>
                  <a:pt x="2022763" y="3251200"/>
                </a:lnTo>
                <a:lnTo>
                  <a:pt x="2022763" y="3288145"/>
                </a:lnTo>
                <a:lnTo>
                  <a:pt x="1985818" y="3362036"/>
                </a:lnTo>
                <a:lnTo>
                  <a:pt x="1948872" y="3398982"/>
                </a:lnTo>
                <a:lnTo>
                  <a:pt x="1884218" y="3398982"/>
                </a:lnTo>
                <a:lnTo>
                  <a:pt x="1801091" y="3435927"/>
                </a:lnTo>
                <a:lnTo>
                  <a:pt x="1505527" y="3666836"/>
                </a:lnTo>
                <a:lnTo>
                  <a:pt x="1145309" y="3676073"/>
                </a:lnTo>
                <a:lnTo>
                  <a:pt x="1062181" y="3648363"/>
                </a:lnTo>
                <a:lnTo>
                  <a:pt x="997527" y="3629891"/>
                </a:lnTo>
                <a:lnTo>
                  <a:pt x="942109" y="3602182"/>
                </a:lnTo>
                <a:lnTo>
                  <a:pt x="895927" y="3565236"/>
                </a:lnTo>
                <a:lnTo>
                  <a:pt x="858981" y="3500582"/>
                </a:lnTo>
                <a:lnTo>
                  <a:pt x="840509" y="3445163"/>
                </a:lnTo>
                <a:lnTo>
                  <a:pt x="785091" y="3288145"/>
                </a:lnTo>
                <a:lnTo>
                  <a:pt x="785091" y="3251200"/>
                </a:lnTo>
                <a:lnTo>
                  <a:pt x="711200" y="3205018"/>
                </a:lnTo>
                <a:lnTo>
                  <a:pt x="406400" y="2770909"/>
                </a:lnTo>
                <a:lnTo>
                  <a:pt x="212436" y="2466109"/>
                </a:lnTo>
                <a:lnTo>
                  <a:pt x="0" y="1865745"/>
                </a:lnTo>
                <a:lnTo>
                  <a:pt x="110836" y="1440873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олилиния 28"/>
          <p:cNvSpPr/>
          <p:nvPr/>
        </p:nvSpPr>
        <p:spPr>
          <a:xfrm>
            <a:off x="10525125" y="1181100"/>
            <a:ext cx="795338" cy="1719263"/>
          </a:xfrm>
          <a:custGeom>
            <a:avLst/>
            <a:gdLst>
              <a:gd name="connsiteX0" fmla="*/ 0 w 795338"/>
              <a:gd name="connsiteY0" fmla="*/ 0 h 1719263"/>
              <a:gd name="connsiteX1" fmla="*/ 190500 w 795338"/>
              <a:gd name="connsiteY1" fmla="*/ 233363 h 1719263"/>
              <a:gd name="connsiteX2" fmla="*/ 228600 w 795338"/>
              <a:gd name="connsiteY2" fmla="*/ 290513 h 1719263"/>
              <a:gd name="connsiteX3" fmla="*/ 285750 w 795338"/>
              <a:gd name="connsiteY3" fmla="*/ 385763 h 1719263"/>
              <a:gd name="connsiteX4" fmla="*/ 795338 w 795338"/>
              <a:gd name="connsiteY4" fmla="*/ 819150 h 1719263"/>
              <a:gd name="connsiteX5" fmla="*/ 476250 w 795338"/>
              <a:gd name="connsiteY5" fmla="*/ 1290638 h 1719263"/>
              <a:gd name="connsiteX6" fmla="*/ 19050 w 795338"/>
              <a:gd name="connsiteY6" fmla="*/ 1719263 h 17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5338" h="1719263">
                <a:moveTo>
                  <a:pt x="0" y="0"/>
                </a:moveTo>
                <a:lnTo>
                  <a:pt x="190500" y="233363"/>
                </a:lnTo>
                <a:lnTo>
                  <a:pt x="228600" y="290513"/>
                </a:lnTo>
                <a:lnTo>
                  <a:pt x="285750" y="385763"/>
                </a:lnTo>
                <a:lnTo>
                  <a:pt x="795338" y="819150"/>
                </a:lnTo>
                <a:lnTo>
                  <a:pt x="476250" y="1290638"/>
                </a:lnTo>
                <a:lnTo>
                  <a:pt x="19050" y="1719263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олилиния 29"/>
          <p:cNvSpPr/>
          <p:nvPr/>
        </p:nvSpPr>
        <p:spPr>
          <a:xfrm>
            <a:off x="6141720" y="792480"/>
            <a:ext cx="373380" cy="3451860"/>
          </a:xfrm>
          <a:custGeom>
            <a:avLst/>
            <a:gdLst>
              <a:gd name="connsiteX0" fmla="*/ 228600 w 373380"/>
              <a:gd name="connsiteY0" fmla="*/ 0 h 3451860"/>
              <a:gd name="connsiteX1" fmla="*/ 182880 w 373380"/>
              <a:gd name="connsiteY1" fmla="*/ 152400 h 3451860"/>
              <a:gd name="connsiteX2" fmla="*/ 190500 w 373380"/>
              <a:gd name="connsiteY2" fmla="*/ 1417320 h 3451860"/>
              <a:gd name="connsiteX3" fmla="*/ 236220 w 373380"/>
              <a:gd name="connsiteY3" fmla="*/ 1630680 h 3451860"/>
              <a:gd name="connsiteX4" fmla="*/ 228600 w 373380"/>
              <a:gd name="connsiteY4" fmla="*/ 1927860 h 3451860"/>
              <a:gd name="connsiteX5" fmla="*/ 0 w 373380"/>
              <a:gd name="connsiteY5" fmla="*/ 2324100 h 3451860"/>
              <a:gd name="connsiteX6" fmla="*/ 30480 w 373380"/>
              <a:gd name="connsiteY6" fmla="*/ 2499360 h 3451860"/>
              <a:gd name="connsiteX7" fmla="*/ 53340 w 373380"/>
              <a:gd name="connsiteY7" fmla="*/ 2865120 h 3451860"/>
              <a:gd name="connsiteX8" fmla="*/ 60960 w 373380"/>
              <a:gd name="connsiteY8" fmla="*/ 2979420 h 3451860"/>
              <a:gd name="connsiteX9" fmla="*/ 228600 w 373380"/>
              <a:gd name="connsiteY9" fmla="*/ 3139440 h 3451860"/>
              <a:gd name="connsiteX10" fmla="*/ 373380 w 373380"/>
              <a:gd name="connsiteY10" fmla="*/ 3451860 h 3451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3380" h="3451860">
                <a:moveTo>
                  <a:pt x="228600" y="0"/>
                </a:moveTo>
                <a:lnTo>
                  <a:pt x="182880" y="152400"/>
                </a:lnTo>
                <a:lnTo>
                  <a:pt x="190500" y="1417320"/>
                </a:lnTo>
                <a:lnTo>
                  <a:pt x="236220" y="1630680"/>
                </a:lnTo>
                <a:lnTo>
                  <a:pt x="228600" y="1927860"/>
                </a:lnTo>
                <a:lnTo>
                  <a:pt x="0" y="2324100"/>
                </a:lnTo>
                <a:lnTo>
                  <a:pt x="30480" y="2499360"/>
                </a:lnTo>
                <a:lnTo>
                  <a:pt x="53340" y="2865120"/>
                </a:lnTo>
                <a:lnTo>
                  <a:pt x="60960" y="2979420"/>
                </a:lnTo>
                <a:lnTo>
                  <a:pt x="228600" y="3139440"/>
                </a:lnTo>
                <a:lnTo>
                  <a:pt x="373380" y="345186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лилиния 30"/>
          <p:cNvSpPr/>
          <p:nvPr/>
        </p:nvSpPr>
        <p:spPr>
          <a:xfrm>
            <a:off x="6217920" y="5654040"/>
            <a:ext cx="1203960" cy="1112520"/>
          </a:xfrm>
          <a:custGeom>
            <a:avLst/>
            <a:gdLst>
              <a:gd name="connsiteX0" fmla="*/ 0 w 1203960"/>
              <a:gd name="connsiteY0" fmla="*/ 1112520 h 1112520"/>
              <a:gd name="connsiteX1" fmla="*/ 144780 w 1203960"/>
              <a:gd name="connsiteY1" fmla="*/ 1028700 h 1112520"/>
              <a:gd name="connsiteX2" fmla="*/ 45720 w 1203960"/>
              <a:gd name="connsiteY2" fmla="*/ 899160 h 1112520"/>
              <a:gd name="connsiteX3" fmla="*/ 403860 w 1203960"/>
              <a:gd name="connsiteY3" fmla="*/ 586740 h 1112520"/>
              <a:gd name="connsiteX4" fmla="*/ 655320 w 1203960"/>
              <a:gd name="connsiteY4" fmla="*/ 472440 h 1112520"/>
              <a:gd name="connsiteX5" fmla="*/ 746760 w 1203960"/>
              <a:gd name="connsiteY5" fmla="*/ 358140 h 1112520"/>
              <a:gd name="connsiteX6" fmla="*/ 906780 w 1203960"/>
              <a:gd name="connsiteY6" fmla="*/ 342900 h 1112520"/>
              <a:gd name="connsiteX7" fmla="*/ 1203960 w 1203960"/>
              <a:gd name="connsiteY7" fmla="*/ 0 h 11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3960" h="1112520">
                <a:moveTo>
                  <a:pt x="0" y="1112520"/>
                </a:moveTo>
                <a:lnTo>
                  <a:pt x="144780" y="1028700"/>
                </a:lnTo>
                <a:lnTo>
                  <a:pt x="45720" y="899160"/>
                </a:lnTo>
                <a:lnTo>
                  <a:pt x="403860" y="586740"/>
                </a:lnTo>
                <a:lnTo>
                  <a:pt x="655320" y="472440"/>
                </a:lnTo>
                <a:lnTo>
                  <a:pt x="746760" y="358140"/>
                </a:lnTo>
                <a:lnTo>
                  <a:pt x="906780" y="342900"/>
                </a:lnTo>
                <a:lnTo>
                  <a:pt x="120396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32" name="Полилиния 31"/>
          <p:cNvSpPr/>
          <p:nvPr/>
        </p:nvSpPr>
        <p:spPr>
          <a:xfrm>
            <a:off x="7421880" y="4069080"/>
            <a:ext cx="1051560" cy="1569720"/>
          </a:xfrm>
          <a:custGeom>
            <a:avLst/>
            <a:gdLst>
              <a:gd name="connsiteX0" fmla="*/ 0 w 1051560"/>
              <a:gd name="connsiteY0" fmla="*/ 1569720 h 1569720"/>
              <a:gd name="connsiteX1" fmla="*/ 259080 w 1051560"/>
              <a:gd name="connsiteY1" fmla="*/ 1379220 h 1569720"/>
              <a:gd name="connsiteX2" fmla="*/ 388620 w 1051560"/>
              <a:gd name="connsiteY2" fmla="*/ 1211580 h 1569720"/>
              <a:gd name="connsiteX3" fmla="*/ 518160 w 1051560"/>
              <a:gd name="connsiteY3" fmla="*/ 1112520 h 1569720"/>
              <a:gd name="connsiteX4" fmla="*/ 937260 w 1051560"/>
              <a:gd name="connsiteY4" fmla="*/ 891540 h 1569720"/>
              <a:gd name="connsiteX5" fmla="*/ 1051560 w 1051560"/>
              <a:gd name="connsiteY5" fmla="*/ 723900 h 1569720"/>
              <a:gd name="connsiteX6" fmla="*/ 1005840 w 1051560"/>
              <a:gd name="connsiteY6" fmla="*/ 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1560" h="1569720">
                <a:moveTo>
                  <a:pt x="0" y="1569720"/>
                </a:moveTo>
                <a:lnTo>
                  <a:pt x="259080" y="1379220"/>
                </a:lnTo>
                <a:lnTo>
                  <a:pt x="388620" y="1211580"/>
                </a:lnTo>
                <a:lnTo>
                  <a:pt x="518160" y="1112520"/>
                </a:lnTo>
                <a:lnTo>
                  <a:pt x="937260" y="891540"/>
                </a:lnTo>
                <a:lnTo>
                  <a:pt x="1051560" y="723900"/>
                </a:lnTo>
                <a:lnTo>
                  <a:pt x="100584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олилиния 32"/>
          <p:cNvSpPr/>
          <p:nvPr/>
        </p:nvSpPr>
        <p:spPr>
          <a:xfrm>
            <a:off x="6187440" y="6537960"/>
            <a:ext cx="83820" cy="198120"/>
          </a:xfrm>
          <a:custGeom>
            <a:avLst/>
            <a:gdLst>
              <a:gd name="connsiteX0" fmla="*/ 83820 w 83820"/>
              <a:gd name="connsiteY0" fmla="*/ 198120 h 198120"/>
              <a:gd name="connsiteX1" fmla="*/ 0 w 83820"/>
              <a:gd name="connsiteY1" fmla="*/ 53340 h 198120"/>
              <a:gd name="connsiteX2" fmla="*/ 83820 w 83820"/>
              <a:gd name="connsiteY2" fmla="*/ 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" h="198120">
                <a:moveTo>
                  <a:pt x="83820" y="198120"/>
                </a:moveTo>
                <a:lnTo>
                  <a:pt x="0" y="53340"/>
                </a:lnTo>
                <a:lnTo>
                  <a:pt x="8382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олилиния 33"/>
          <p:cNvSpPr/>
          <p:nvPr/>
        </p:nvSpPr>
        <p:spPr>
          <a:xfrm>
            <a:off x="5966460" y="4892040"/>
            <a:ext cx="3550920" cy="1699260"/>
          </a:xfrm>
          <a:custGeom>
            <a:avLst/>
            <a:gdLst>
              <a:gd name="connsiteX0" fmla="*/ 213360 w 3550920"/>
              <a:gd name="connsiteY0" fmla="*/ 1699260 h 1699260"/>
              <a:gd name="connsiteX1" fmla="*/ 0 w 3550920"/>
              <a:gd name="connsiteY1" fmla="*/ 1295400 h 1699260"/>
              <a:gd name="connsiteX2" fmla="*/ 403860 w 3550920"/>
              <a:gd name="connsiteY2" fmla="*/ 1066800 h 1699260"/>
              <a:gd name="connsiteX3" fmla="*/ 609600 w 3550920"/>
              <a:gd name="connsiteY3" fmla="*/ 1036320 h 1699260"/>
              <a:gd name="connsiteX4" fmla="*/ 967740 w 3550920"/>
              <a:gd name="connsiteY4" fmla="*/ 876300 h 1699260"/>
              <a:gd name="connsiteX5" fmla="*/ 1143000 w 3550920"/>
              <a:gd name="connsiteY5" fmla="*/ 769620 h 1699260"/>
              <a:gd name="connsiteX6" fmla="*/ 1303020 w 3550920"/>
              <a:gd name="connsiteY6" fmla="*/ 594360 h 1699260"/>
              <a:gd name="connsiteX7" fmla="*/ 1424940 w 3550920"/>
              <a:gd name="connsiteY7" fmla="*/ 403860 h 1699260"/>
              <a:gd name="connsiteX8" fmla="*/ 1348740 w 3550920"/>
              <a:gd name="connsiteY8" fmla="*/ 297180 h 1699260"/>
              <a:gd name="connsiteX9" fmla="*/ 1493520 w 3550920"/>
              <a:gd name="connsiteY9" fmla="*/ 175260 h 1699260"/>
              <a:gd name="connsiteX10" fmla="*/ 3550920 w 3550920"/>
              <a:gd name="connsiteY10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50920" h="1699260">
                <a:moveTo>
                  <a:pt x="213360" y="1699260"/>
                </a:moveTo>
                <a:lnTo>
                  <a:pt x="0" y="1295400"/>
                </a:lnTo>
                <a:lnTo>
                  <a:pt x="403860" y="1066800"/>
                </a:lnTo>
                <a:lnTo>
                  <a:pt x="609600" y="1036320"/>
                </a:lnTo>
                <a:lnTo>
                  <a:pt x="967740" y="876300"/>
                </a:lnTo>
                <a:lnTo>
                  <a:pt x="1143000" y="769620"/>
                </a:lnTo>
                <a:lnTo>
                  <a:pt x="1303020" y="594360"/>
                </a:lnTo>
                <a:lnTo>
                  <a:pt x="1424940" y="403860"/>
                </a:lnTo>
                <a:lnTo>
                  <a:pt x="1348740" y="297180"/>
                </a:lnTo>
                <a:lnTo>
                  <a:pt x="1493520" y="175260"/>
                </a:lnTo>
                <a:lnTo>
                  <a:pt x="355092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олилиния 34"/>
          <p:cNvSpPr/>
          <p:nvPr/>
        </p:nvSpPr>
        <p:spPr>
          <a:xfrm>
            <a:off x="5449455" y="5938982"/>
            <a:ext cx="304800" cy="120073"/>
          </a:xfrm>
          <a:custGeom>
            <a:avLst/>
            <a:gdLst>
              <a:gd name="connsiteX0" fmla="*/ 304800 w 304800"/>
              <a:gd name="connsiteY0" fmla="*/ 0 h 120073"/>
              <a:gd name="connsiteX1" fmla="*/ 0 w 304800"/>
              <a:gd name="connsiteY1" fmla="*/ 120073 h 12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800" h="120073">
                <a:moveTo>
                  <a:pt x="304800" y="0"/>
                </a:moveTo>
                <a:lnTo>
                  <a:pt x="0" y="120073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олилиния 35"/>
          <p:cNvSpPr/>
          <p:nvPr/>
        </p:nvSpPr>
        <p:spPr>
          <a:xfrm>
            <a:off x="5532582" y="4230255"/>
            <a:ext cx="960582" cy="295563"/>
          </a:xfrm>
          <a:custGeom>
            <a:avLst/>
            <a:gdLst>
              <a:gd name="connsiteX0" fmla="*/ 960582 w 960582"/>
              <a:gd name="connsiteY0" fmla="*/ 0 h 295563"/>
              <a:gd name="connsiteX1" fmla="*/ 0 w 960582"/>
              <a:gd name="connsiteY1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60582" h="295563">
                <a:moveTo>
                  <a:pt x="960582" y="0"/>
                </a:moveTo>
                <a:lnTo>
                  <a:pt x="0" y="295563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 36"/>
          <p:cNvSpPr/>
          <p:nvPr/>
        </p:nvSpPr>
        <p:spPr>
          <a:xfrm>
            <a:off x="6345382" y="2225964"/>
            <a:ext cx="1542473" cy="406400"/>
          </a:xfrm>
          <a:custGeom>
            <a:avLst/>
            <a:gdLst>
              <a:gd name="connsiteX0" fmla="*/ 1542473 w 1542473"/>
              <a:gd name="connsiteY0" fmla="*/ 406400 h 406400"/>
              <a:gd name="connsiteX1" fmla="*/ 785091 w 1542473"/>
              <a:gd name="connsiteY1" fmla="*/ 64654 h 406400"/>
              <a:gd name="connsiteX2" fmla="*/ 157018 w 1542473"/>
              <a:gd name="connsiteY2" fmla="*/ 0 h 406400"/>
              <a:gd name="connsiteX3" fmla="*/ 0 w 1542473"/>
              <a:gd name="connsiteY3" fmla="*/ 18472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2473" h="406400">
                <a:moveTo>
                  <a:pt x="1542473" y="406400"/>
                </a:moveTo>
                <a:lnTo>
                  <a:pt x="785091" y="64654"/>
                </a:lnTo>
                <a:lnTo>
                  <a:pt x="157018" y="0"/>
                </a:lnTo>
                <a:lnTo>
                  <a:pt x="0" y="18472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 37"/>
          <p:cNvSpPr/>
          <p:nvPr/>
        </p:nvSpPr>
        <p:spPr>
          <a:xfrm>
            <a:off x="9387840" y="2628900"/>
            <a:ext cx="2636520" cy="1112520"/>
          </a:xfrm>
          <a:custGeom>
            <a:avLst/>
            <a:gdLst>
              <a:gd name="connsiteX0" fmla="*/ 2636520 w 2636520"/>
              <a:gd name="connsiteY0" fmla="*/ 0 h 1112520"/>
              <a:gd name="connsiteX1" fmla="*/ 922020 w 2636520"/>
              <a:gd name="connsiteY1" fmla="*/ 624840 h 1112520"/>
              <a:gd name="connsiteX2" fmla="*/ 601980 w 2636520"/>
              <a:gd name="connsiteY2" fmla="*/ 1021080 h 1112520"/>
              <a:gd name="connsiteX3" fmla="*/ 0 w 2636520"/>
              <a:gd name="connsiteY3" fmla="*/ 1112520 h 1112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520" h="1112520">
                <a:moveTo>
                  <a:pt x="2636520" y="0"/>
                </a:moveTo>
                <a:lnTo>
                  <a:pt x="922020" y="624840"/>
                </a:lnTo>
                <a:lnTo>
                  <a:pt x="601980" y="1021080"/>
                </a:lnTo>
                <a:lnTo>
                  <a:pt x="0" y="111252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39" name="Полилиния 38"/>
          <p:cNvSpPr/>
          <p:nvPr/>
        </p:nvSpPr>
        <p:spPr>
          <a:xfrm>
            <a:off x="9631680" y="3177540"/>
            <a:ext cx="693420" cy="525780"/>
          </a:xfrm>
          <a:custGeom>
            <a:avLst/>
            <a:gdLst>
              <a:gd name="connsiteX0" fmla="*/ 693420 w 693420"/>
              <a:gd name="connsiteY0" fmla="*/ 60960 h 525780"/>
              <a:gd name="connsiteX1" fmla="*/ 556260 w 693420"/>
              <a:gd name="connsiteY1" fmla="*/ 121920 h 525780"/>
              <a:gd name="connsiteX2" fmla="*/ 350520 w 693420"/>
              <a:gd name="connsiteY2" fmla="*/ 0 h 525780"/>
              <a:gd name="connsiteX3" fmla="*/ 236220 w 693420"/>
              <a:gd name="connsiteY3" fmla="*/ 259080 h 525780"/>
              <a:gd name="connsiteX4" fmla="*/ 182880 w 693420"/>
              <a:gd name="connsiteY4" fmla="*/ 320040 h 525780"/>
              <a:gd name="connsiteX5" fmla="*/ 99060 w 693420"/>
              <a:gd name="connsiteY5" fmla="*/ 342900 h 525780"/>
              <a:gd name="connsiteX6" fmla="*/ 45720 w 693420"/>
              <a:gd name="connsiteY6" fmla="*/ 358140 h 525780"/>
              <a:gd name="connsiteX7" fmla="*/ 15240 w 693420"/>
              <a:gd name="connsiteY7" fmla="*/ 434340 h 525780"/>
              <a:gd name="connsiteX8" fmla="*/ 0 w 693420"/>
              <a:gd name="connsiteY8" fmla="*/ 52578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420" h="525780">
                <a:moveTo>
                  <a:pt x="693420" y="60960"/>
                </a:moveTo>
                <a:lnTo>
                  <a:pt x="556260" y="121920"/>
                </a:lnTo>
                <a:lnTo>
                  <a:pt x="350520" y="0"/>
                </a:lnTo>
                <a:lnTo>
                  <a:pt x="236220" y="259080"/>
                </a:lnTo>
                <a:lnTo>
                  <a:pt x="182880" y="320040"/>
                </a:lnTo>
                <a:lnTo>
                  <a:pt x="99060" y="342900"/>
                </a:lnTo>
                <a:lnTo>
                  <a:pt x="45720" y="358140"/>
                </a:lnTo>
                <a:lnTo>
                  <a:pt x="15240" y="434340"/>
                </a:lnTo>
                <a:lnTo>
                  <a:pt x="0" y="52578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 39"/>
          <p:cNvSpPr/>
          <p:nvPr/>
        </p:nvSpPr>
        <p:spPr>
          <a:xfrm>
            <a:off x="6324600" y="4965700"/>
            <a:ext cx="911225" cy="228600"/>
          </a:xfrm>
          <a:custGeom>
            <a:avLst/>
            <a:gdLst>
              <a:gd name="connsiteX0" fmla="*/ 911225 w 911225"/>
              <a:gd name="connsiteY0" fmla="*/ 149225 h 228600"/>
              <a:gd name="connsiteX1" fmla="*/ 711200 w 911225"/>
              <a:gd name="connsiteY1" fmla="*/ 0 h 228600"/>
              <a:gd name="connsiteX2" fmla="*/ 0 w 911225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1225" h="228600">
                <a:moveTo>
                  <a:pt x="911225" y="149225"/>
                </a:moveTo>
                <a:lnTo>
                  <a:pt x="711200" y="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41" name="Полилиния 40"/>
          <p:cNvSpPr/>
          <p:nvPr/>
        </p:nvSpPr>
        <p:spPr>
          <a:xfrm>
            <a:off x="6167438" y="4719638"/>
            <a:ext cx="395287" cy="1214437"/>
          </a:xfrm>
          <a:custGeom>
            <a:avLst/>
            <a:gdLst>
              <a:gd name="connsiteX0" fmla="*/ 0 w 395287"/>
              <a:gd name="connsiteY0" fmla="*/ 0 h 1214437"/>
              <a:gd name="connsiteX1" fmla="*/ 395287 w 395287"/>
              <a:gd name="connsiteY1" fmla="*/ 1214437 h 121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5287" h="1214437">
                <a:moveTo>
                  <a:pt x="0" y="0"/>
                </a:moveTo>
                <a:lnTo>
                  <a:pt x="395287" y="1214437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 41"/>
          <p:cNvSpPr/>
          <p:nvPr/>
        </p:nvSpPr>
        <p:spPr>
          <a:xfrm>
            <a:off x="7981950" y="4445000"/>
            <a:ext cx="215900" cy="1771650"/>
          </a:xfrm>
          <a:custGeom>
            <a:avLst/>
            <a:gdLst>
              <a:gd name="connsiteX0" fmla="*/ 0 w 215900"/>
              <a:gd name="connsiteY0" fmla="*/ 0 h 1771650"/>
              <a:gd name="connsiteX1" fmla="*/ 184150 w 215900"/>
              <a:gd name="connsiteY1" fmla="*/ 1727200 h 1771650"/>
              <a:gd name="connsiteX2" fmla="*/ 215900 w 215900"/>
              <a:gd name="connsiteY2" fmla="*/ 177165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900" h="1771650">
                <a:moveTo>
                  <a:pt x="0" y="0"/>
                </a:moveTo>
                <a:lnTo>
                  <a:pt x="184150" y="1727200"/>
                </a:lnTo>
                <a:lnTo>
                  <a:pt x="215900" y="177165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олилиния 42"/>
          <p:cNvSpPr/>
          <p:nvPr/>
        </p:nvSpPr>
        <p:spPr>
          <a:xfrm>
            <a:off x="9344025" y="4244975"/>
            <a:ext cx="860425" cy="50800"/>
          </a:xfrm>
          <a:custGeom>
            <a:avLst/>
            <a:gdLst>
              <a:gd name="connsiteX0" fmla="*/ 860425 w 860425"/>
              <a:gd name="connsiteY0" fmla="*/ 0 h 50800"/>
              <a:gd name="connsiteX1" fmla="*/ 0 w 860425"/>
              <a:gd name="connsiteY1" fmla="*/ 5080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0425" h="50800">
                <a:moveTo>
                  <a:pt x="860425" y="0"/>
                </a:moveTo>
                <a:lnTo>
                  <a:pt x="0" y="508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олилиния 43"/>
          <p:cNvSpPr/>
          <p:nvPr/>
        </p:nvSpPr>
        <p:spPr>
          <a:xfrm>
            <a:off x="7213600" y="3927475"/>
            <a:ext cx="238125" cy="1127125"/>
          </a:xfrm>
          <a:custGeom>
            <a:avLst/>
            <a:gdLst>
              <a:gd name="connsiteX0" fmla="*/ 238125 w 238125"/>
              <a:gd name="connsiteY0" fmla="*/ 1127125 h 1127125"/>
              <a:gd name="connsiteX1" fmla="*/ 152400 w 238125"/>
              <a:gd name="connsiteY1" fmla="*/ 939800 h 1127125"/>
              <a:gd name="connsiteX2" fmla="*/ 63500 w 238125"/>
              <a:gd name="connsiteY2" fmla="*/ 282575 h 1127125"/>
              <a:gd name="connsiteX3" fmla="*/ 0 w 238125"/>
              <a:gd name="connsiteY3" fmla="*/ 0 h 112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" h="1127125">
                <a:moveTo>
                  <a:pt x="238125" y="1127125"/>
                </a:moveTo>
                <a:lnTo>
                  <a:pt x="152400" y="939800"/>
                </a:lnTo>
                <a:lnTo>
                  <a:pt x="63500" y="282575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олилиния 44"/>
          <p:cNvSpPr/>
          <p:nvPr/>
        </p:nvSpPr>
        <p:spPr>
          <a:xfrm>
            <a:off x="7534275" y="4210050"/>
            <a:ext cx="82550" cy="835025"/>
          </a:xfrm>
          <a:custGeom>
            <a:avLst/>
            <a:gdLst>
              <a:gd name="connsiteX0" fmla="*/ 82550 w 82550"/>
              <a:gd name="connsiteY0" fmla="*/ 835025 h 835025"/>
              <a:gd name="connsiteX1" fmla="*/ 0 w 82550"/>
              <a:gd name="connsiteY1" fmla="*/ 0 h 83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550" h="835025">
                <a:moveTo>
                  <a:pt x="82550" y="835025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олилиния 45"/>
          <p:cNvSpPr/>
          <p:nvPr/>
        </p:nvSpPr>
        <p:spPr>
          <a:xfrm>
            <a:off x="7786688" y="4586288"/>
            <a:ext cx="1716881" cy="169068"/>
          </a:xfrm>
          <a:custGeom>
            <a:avLst/>
            <a:gdLst>
              <a:gd name="connsiteX0" fmla="*/ 0 w 1716881"/>
              <a:gd name="connsiteY0" fmla="*/ 169068 h 169068"/>
              <a:gd name="connsiteX1" fmla="*/ 1716881 w 1716881"/>
              <a:gd name="connsiteY1" fmla="*/ 0 h 169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6881" h="169068">
                <a:moveTo>
                  <a:pt x="0" y="169068"/>
                </a:moveTo>
                <a:lnTo>
                  <a:pt x="1716881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олилиния 62"/>
          <p:cNvSpPr/>
          <p:nvPr/>
        </p:nvSpPr>
        <p:spPr>
          <a:xfrm>
            <a:off x="9439564" y="4100945"/>
            <a:ext cx="1403927" cy="2697019"/>
          </a:xfrm>
          <a:custGeom>
            <a:avLst/>
            <a:gdLst>
              <a:gd name="connsiteX0" fmla="*/ 0 w 1403927"/>
              <a:gd name="connsiteY0" fmla="*/ 0 h 2697019"/>
              <a:gd name="connsiteX1" fmla="*/ 64654 w 1403927"/>
              <a:gd name="connsiteY1" fmla="*/ 350982 h 2697019"/>
              <a:gd name="connsiteX2" fmla="*/ 92363 w 1403927"/>
              <a:gd name="connsiteY2" fmla="*/ 822037 h 2697019"/>
              <a:gd name="connsiteX3" fmla="*/ 350981 w 1403927"/>
              <a:gd name="connsiteY3" fmla="*/ 1828800 h 2697019"/>
              <a:gd name="connsiteX4" fmla="*/ 397163 w 1403927"/>
              <a:gd name="connsiteY4" fmla="*/ 1819564 h 2697019"/>
              <a:gd name="connsiteX5" fmla="*/ 683491 w 1403927"/>
              <a:gd name="connsiteY5" fmla="*/ 2059710 h 2697019"/>
              <a:gd name="connsiteX6" fmla="*/ 803563 w 1403927"/>
              <a:gd name="connsiteY6" fmla="*/ 2327564 h 2697019"/>
              <a:gd name="connsiteX7" fmla="*/ 979054 w 1403927"/>
              <a:gd name="connsiteY7" fmla="*/ 2401455 h 2697019"/>
              <a:gd name="connsiteX8" fmla="*/ 979054 w 1403927"/>
              <a:gd name="connsiteY8" fmla="*/ 2410691 h 2697019"/>
              <a:gd name="connsiteX9" fmla="*/ 1366981 w 1403927"/>
              <a:gd name="connsiteY9" fmla="*/ 2650837 h 2697019"/>
              <a:gd name="connsiteX10" fmla="*/ 1403927 w 1403927"/>
              <a:gd name="connsiteY10" fmla="*/ 2697019 h 2697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3927" h="2697019">
                <a:moveTo>
                  <a:pt x="0" y="0"/>
                </a:moveTo>
                <a:lnTo>
                  <a:pt x="64654" y="350982"/>
                </a:lnTo>
                <a:lnTo>
                  <a:pt x="92363" y="822037"/>
                </a:lnTo>
                <a:lnTo>
                  <a:pt x="350981" y="1828800"/>
                </a:lnTo>
                <a:lnTo>
                  <a:pt x="397163" y="1819564"/>
                </a:lnTo>
                <a:lnTo>
                  <a:pt x="683491" y="2059710"/>
                </a:lnTo>
                <a:lnTo>
                  <a:pt x="803563" y="2327564"/>
                </a:lnTo>
                <a:lnTo>
                  <a:pt x="979054" y="2401455"/>
                </a:lnTo>
                <a:lnTo>
                  <a:pt x="979054" y="2410691"/>
                </a:lnTo>
                <a:lnTo>
                  <a:pt x="1366981" y="2650837"/>
                </a:lnTo>
                <a:lnTo>
                  <a:pt x="1403927" y="2697019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1" name="Группа 60"/>
          <p:cNvGrpSpPr/>
          <p:nvPr/>
        </p:nvGrpSpPr>
        <p:grpSpPr>
          <a:xfrm>
            <a:off x="9424163" y="5584507"/>
            <a:ext cx="2650234" cy="1166813"/>
            <a:chOff x="9415634" y="5562123"/>
            <a:chExt cx="2650234" cy="1166813"/>
          </a:xfrm>
        </p:grpSpPr>
        <p:grpSp>
          <p:nvGrpSpPr>
            <p:cNvPr id="47" name="Группа 46"/>
            <p:cNvGrpSpPr/>
            <p:nvPr/>
          </p:nvGrpSpPr>
          <p:grpSpPr>
            <a:xfrm>
              <a:off x="9415634" y="5562123"/>
              <a:ext cx="2650234" cy="1166813"/>
              <a:chOff x="9372600" y="5267325"/>
              <a:chExt cx="2650234" cy="1166813"/>
            </a:xfrm>
          </p:grpSpPr>
          <p:sp>
            <p:nvSpPr>
              <p:cNvPr id="48" name="Прямоугольник 47"/>
              <p:cNvSpPr/>
              <p:nvPr/>
            </p:nvSpPr>
            <p:spPr>
              <a:xfrm>
                <a:off x="9372600" y="5267325"/>
                <a:ext cx="2650234" cy="116681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49" name="Группа 48"/>
              <p:cNvGrpSpPr/>
              <p:nvPr/>
            </p:nvGrpSpPr>
            <p:grpSpPr>
              <a:xfrm>
                <a:off x="9452711" y="5344002"/>
                <a:ext cx="2569934" cy="230832"/>
                <a:chOff x="2362200" y="3536138"/>
                <a:chExt cx="2569934" cy="230832"/>
              </a:xfrm>
            </p:grpSpPr>
            <p:sp>
              <p:nvSpPr>
                <p:cNvPr id="56" name="TextBox 55"/>
                <p:cNvSpPr txBox="1"/>
                <p:nvPr/>
              </p:nvSpPr>
              <p:spPr>
                <a:xfrm>
                  <a:off x="2362200" y="3536138"/>
                  <a:ext cx="2569934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900" dirty="0"/>
                    <a:t>              Существующие автобусные полосы</a:t>
                  </a:r>
                </a:p>
              </p:txBody>
            </p:sp>
            <p:sp>
              <p:nvSpPr>
                <p:cNvPr id="57" name="Полилиния 56"/>
                <p:cNvSpPr/>
                <p:nvPr/>
              </p:nvSpPr>
              <p:spPr>
                <a:xfrm>
                  <a:off x="2466109" y="3676993"/>
                  <a:ext cx="314036" cy="0"/>
                </a:xfrm>
                <a:custGeom>
                  <a:avLst/>
                  <a:gdLst>
                    <a:gd name="connsiteX0" fmla="*/ 0 w 314036"/>
                    <a:gd name="connsiteY0" fmla="*/ 0 h 0"/>
                    <a:gd name="connsiteX1" fmla="*/ 314036 w 31403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4036">
                      <a:moveTo>
                        <a:pt x="0" y="0"/>
                      </a:moveTo>
                      <a:lnTo>
                        <a:pt x="314036" y="0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</p:grpSp>
          <p:grpSp>
            <p:nvGrpSpPr>
              <p:cNvPr id="50" name="Группа 49"/>
              <p:cNvGrpSpPr/>
              <p:nvPr/>
            </p:nvGrpSpPr>
            <p:grpSpPr>
              <a:xfrm>
                <a:off x="9464040" y="5608374"/>
                <a:ext cx="2082621" cy="230832"/>
                <a:chOff x="2362200" y="3536138"/>
                <a:chExt cx="2082621" cy="230832"/>
              </a:xfrm>
            </p:grpSpPr>
            <p:sp>
              <p:nvSpPr>
                <p:cNvPr id="54" name="TextBox 53"/>
                <p:cNvSpPr txBox="1"/>
                <p:nvPr/>
              </p:nvSpPr>
              <p:spPr>
                <a:xfrm>
                  <a:off x="2362200" y="3536138"/>
                  <a:ext cx="2082621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900" dirty="0"/>
                    <a:t>              Существующие линии БРТ</a:t>
                  </a:r>
                </a:p>
              </p:txBody>
            </p:sp>
            <p:sp>
              <p:nvSpPr>
                <p:cNvPr id="55" name="Полилиния 54"/>
                <p:cNvSpPr/>
                <p:nvPr/>
              </p:nvSpPr>
              <p:spPr>
                <a:xfrm>
                  <a:off x="2466109" y="3676993"/>
                  <a:ext cx="314036" cy="0"/>
                </a:xfrm>
                <a:custGeom>
                  <a:avLst/>
                  <a:gdLst>
                    <a:gd name="connsiteX0" fmla="*/ 0 w 314036"/>
                    <a:gd name="connsiteY0" fmla="*/ 0 h 0"/>
                    <a:gd name="connsiteX1" fmla="*/ 314036 w 31403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4036">
                      <a:moveTo>
                        <a:pt x="0" y="0"/>
                      </a:moveTo>
                      <a:lnTo>
                        <a:pt x="314036" y="0"/>
                      </a:ln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</p:grpSp>
          <p:grpSp>
            <p:nvGrpSpPr>
              <p:cNvPr id="51" name="Группа 50"/>
              <p:cNvGrpSpPr/>
              <p:nvPr/>
            </p:nvGrpSpPr>
            <p:grpSpPr>
              <a:xfrm>
                <a:off x="9464040" y="5883209"/>
                <a:ext cx="2053767" cy="230832"/>
                <a:chOff x="2362200" y="3536138"/>
                <a:chExt cx="2053767" cy="230832"/>
              </a:xfrm>
            </p:grpSpPr>
            <p:sp>
              <p:nvSpPr>
                <p:cNvPr id="52" name="TextBox 51"/>
                <p:cNvSpPr txBox="1"/>
                <p:nvPr/>
              </p:nvSpPr>
              <p:spPr>
                <a:xfrm>
                  <a:off x="2362200" y="3536138"/>
                  <a:ext cx="2053767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900" dirty="0"/>
                    <a:t>              Строительство линии БРТ</a:t>
                  </a:r>
                </a:p>
              </p:txBody>
            </p:sp>
            <p:sp>
              <p:nvSpPr>
                <p:cNvPr id="53" name="Полилиния 52"/>
                <p:cNvSpPr/>
                <p:nvPr/>
              </p:nvSpPr>
              <p:spPr>
                <a:xfrm>
                  <a:off x="2466109" y="3676993"/>
                  <a:ext cx="314036" cy="0"/>
                </a:xfrm>
                <a:custGeom>
                  <a:avLst/>
                  <a:gdLst>
                    <a:gd name="connsiteX0" fmla="*/ 0 w 314036"/>
                    <a:gd name="connsiteY0" fmla="*/ 0 h 0"/>
                    <a:gd name="connsiteX1" fmla="*/ 314036 w 314036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4036">
                      <a:moveTo>
                        <a:pt x="0" y="0"/>
                      </a:moveTo>
                      <a:lnTo>
                        <a:pt x="314036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sz="1400"/>
                </a:p>
              </p:txBody>
            </p:sp>
          </p:grpSp>
        </p:grpSp>
        <p:sp>
          <p:nvSpPr>
            <p:cNvPr id="59" name="TextBox 58"/>
            <p:cNvSpPr txBox="1"/>
            <p:nvPr/>
          </p:nvSpPr>
          <p:spPr>
            <a:xfrm>
              <a:off x="9522294" y="6439429"/>
              <a:ext cx="20697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/>
                <a:t>              Проект выделенных полос</a:t>
              </a:r>
            </a:p>
          </p:txBody>
        </p:sp>
        <p:sp>
          <p:nvSpPr>
            <p:cNvPr id="60" name="Полилиния 59"/>
            <p:cNvSpPr/>
            <p:nvPr/>
          </p:nvSpPr>
          <p:spPr>
            <a:xfrm>
              <a:off x="9611777" y="6547865"/>
              <a:ext cx="314036" cy="0"/>
            </a:xfrm>
            <a:custGeom>
              <a:avLst/>
              <a:gdLst>
                <a:gd name="connsiteX0" fmla="*/ 0 w 314036"/>
                <a:gd name="connsiteY0" fmla="*/ 0 h 0"/>
                <a:gd name="connsiteX1" fmla="*/ 314036 w 31403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036">
                  <a:moveTo>
                    <a:pt x="0" y="0"/>
                  </a:moveTo>
                  <a:lnTo>
                    <a:pt x="314036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952DDD84-74AD-B4A6-9FB5-B37E5E262791}"/>
              </a:ext>
            </a:extLst>
          </p:cNvPr>
          <p:cNvSpPr txBox="1"/>
          <p:nvPr/>
        </p:nvSpPr>
        <p:spPr>
          <a:xfrm>
            <a:off x="232123" y="1473385"/>
            <a:ext cx="5081472" cy="449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Поэтапное создание непрерывного каркаса (BUS LANE) для приоритета автобусам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</a:pPr>
            <a:endParaRPr lang="ru-RU" sz="2000" b="1" dirty="0">
              <a:solidFill>
                <a:schemeClr val="tx2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1800"/>
              </a:spcAft>
              <a:buClr>
                <a:schemeClr val="tx1"/>
              </a:buClr>
            </a:pPr>
            <a:r>
              <a:rPr lang="ru-RU" sz="20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ЭФФЕКТ</a:t>
            </a:r>
          </a:p>
          <a:p>
            <a:pPr marL="177800" indent="-1778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Обеспечение связанности скоростных линий</a:t>
            </a:r>
          </a:p>
          <a:p>
            <a:pPr marL="177800" indent="-1778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Оптимизация подвижного состава</a:t>
            </a:r>
            <a:endParaRPr lang="ru-RU" sz="2000" b="1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7800" indent="-1778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Сокращение интервала движения</a:t>
            </a:r>
          </a:p>
        </p:txBody>
      </p:sp>
      <p:sp>
        <p:nvSpPr>
          <p:cNvPr id="62" name="Номер слайда 61">
            <a:extLst>
              <a:ext uri="{FF2B5EF4-FFF2-40B4-BE49-F238E27FC236}">
                <a16:creationId xmlns:a16="http://schemas.microsoft.com/office/drawing/2014/main" id="{1022F947-E7C4-D996-35C0-D40703C0EC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ru-KZ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68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49" y="609602"/>
            <a:ext cx="6670551" cy="6178946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32063C20-AA3E-58A7-EDFD-B42E53A49B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6315" y="76200"/>
            <a:ext cx="8486519" cy="419480"/>
          </a:xfrm>
          <a:prstGeom prst="rect">
            <a:avLst/>
          </a:prstGeom>
        </p:spPr>
      </p:pic>
      <p:sp>
        <p:nvSpPr>
          <p:cNvPr id="4" name="Заголовок 6">
            <a:extLst>
              <a:ext uri="{FF2B5EF4-FFF2-40B4-BE49-F238E27FC236}">
                <a16:creationId xmlns:a16="http://schemas.microsoft.com/office/drawing/2014/main" id="{F0EB5AB5-0FA0-A3BE-83B3-F829C3916D4D}"/>
              </a:ext>
            </a:extLst>
          </p:cNvPr>
          <p:cNvSpPr txBox="1">
            <a:spLocks/>
          </p:cNvSpPr>
          <p:nvPr/>
        </p:nvSpPr>
        <p:spPr>
          <a:xfrm>
            <a:off x="5445249" y="76200"/>
            <a:ext cx="8288021" cy="6155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kk-KZ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РАЗВИТИЕ МИКРОМОБИЛЬНОСТИ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DDD84-74AD-B4A6-9FB5-B37E5E262791}"/>
              </a:ext>
            </a:extLst>
          </p:cNvPr>
          <p:cNvSpPr txBox="1"/>
          <p:nvPr/>
        </p:nvSpPr>
        <p:spPr>
          <a:xfrm>
            <a:off x="152400" y="533400"/>
            <a:ext cx="5081472" cy="599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</a:pP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 </a:t>
            </a:r>
            <a:r>
              <a:rPr lang="ru-RU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2026</a:t>
            </a: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году планируется: </a:t>
            </a:r>
          </a:p>
          <a:p>
            <a:pPr marL="342900" indent="-3429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Обустроить не менее </a:t>
            </a:r>
            <a:r>
              <a:rPr lang="ru-RU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55</a:t>
            </a: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км </a:t>
            </a:r>
            <a:r>
              <a:rPr lang="ru-RU" sz="2000" b="1" dirty="0" err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велополос</a:t>
            </a: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путем нанесения разметки вдоль дорог</a:t>
            </a:r>
          </a:p>
          <a:p>
            <a:pPr marL="342900" indent="-3429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Обустроить порядка </a:t>
            </a:r>
            <a:r>
              <a:rPr lang="ru-RU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200</a:t>
            </a: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специальных парковок для самокатов</a:t>
            </a:r>
          </a:p>
          <a:p>
            <a:pPr marL="342900" indent="-3429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Обеспечить установку единых номерных знаков увеличенного формата</a:t>
            </a:r>
          </a:p>
          <a:p>
            <a:pPr marL="342900" indent="-342900" algn="just">
              <a:lnSpc>
                <a:spcPct val="107000"/>
              </a:lnSpc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Запустить телеграмм бот для принятия жалоб и обращений от горожан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DEB4D0-7F09-2F94-1731-C87C4AAF95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87840" y="6515100"/>
            <a:ext cx="2804160" cy="342900"/>
          </a:xfrm>
        </p:spPr>
        <p:txBody>
          <a:bodyPr/>
          <a:lstStyle/>
          <a:p>
            <a:fld id="{B6F15528-21DE-4FAA-801E-634DDDAF4B2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30558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91</Words>
  <Application>Microsoft Office PowerPoint</Application>
  <PresentationFormat>Широкоэкранный</PresentationFormat>
  <Paragraphs>20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Calibri</vt:lpstr>
      <vt:lpstr>Arial</vt:lpstr>
      <vt:lpstr>Calibri Light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WestMeal Group</dc:creator>
  <cp:lastModifiedBy>WestMeal Group</cp:lastModifiedBy>
  <cp:revision>206</cp:revision>
  <dcterms:created xsi:type="dcterms:W3CDTF">2025-11-09T20:36:13Z</dcterms:created>
  <dcterms:modified xsi:type="dcterms:W3CDTF">2026-04-24T10:56:36Z</dcterms:modified>
</cp:coreProperties>
</file>
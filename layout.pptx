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58" r:id="rId5"/>
    <p:sldId id="260" r:id="rId6"/>
    <p:sldId id="261" r:id="rId7"/>
    <p:sldId id="263" r:id="rId8"/>
    <p:sldId id="262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33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69" algn="l" defTabSz="91433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38" algn="l" defTabSz="91433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06" algn="l" defTabSz="91433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76" algn="l" defTabSz="91433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45" algn="l" defTabSz="91433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14" algn="l" defTabSz="91433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82" algn="l" defTabSz="91433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52" algn="l" defTabSz="91433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re_rules.md" id="{2BF00C0A-F676-4CA1-8566-8F4A3E062375}">
          <p14:sldIdLst>
            <p14:sldId id="256"/>
            <p14:sldId id="257"/>
            <p14:sldId id="259"/>
            <p14:sldId id="258"/>
          </p14:sldIdLst>
        </p14:section>
        <p14:section name="text_plus_visual.md" id="{ADF2DA89-9549-43FB-9A9C-1E8E60CB8090}">
          <p14:sldIdLst>
            <p14:sldId id="260"/>
            <p14:sldId id="261"/>
            <p14:sldId id="263"/>
            <p14:sldId id="262"/>
          </p14:sldIdLst>
        </p14:section>
        <p14:section name="cards_grid.md" id="{DF43709C-3208-4EA1-ACA6-6577D391BD82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1506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39DE21-DFC1-4E72-A3DE-9292DBFF0254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EB01D8-E4FA-4AE8-80F0-2864363BC01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12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3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69" algn="l" defTabSz="91433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38" algn="l" defTabSz="91433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06" algn="l" defTabSz="91433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76" algn="l" defTabSz="91433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45" algn="l" defTabSz="91433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14" algn="l" defTabSz="91433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82" algn="l" defTabSz="91433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52" algn="l" defTabSz="91433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B01D8-E4FA-4AE8-80F0-2864363BC01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7545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DB3E0-ADB1-0BBE-79FD-6A8090EDD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1D68767-FBBF-099C-79E5-14E9BE9C4E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02613ED-C3FC-9F3F-63B0-77B0F71395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2C9E79F-69E4-56E3-D450-145BDDC1C1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B01D8-E4FA-4AE8-80F0-2864363BC01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7470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A1971-50CF-42D2-2C5B-B190203F5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3F214C5-D129-F73A-5FC3-8E32F222C0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6BE0BD1-3B4F-4E02-536F-056EBD97A6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CFFEDB8-F311-CB6F-BA7C-BE897DE7F9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B01D8-E4FA-4AE8-80F0-2864363BC01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71386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30C31-9840-556F-459F-891BC616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A694870-87A3-9BC6-5872-E11C1FD8B7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FA7A4D9-80F1-218F-1DE6-C6F56EA61B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D19FA5B-6326-6EFE-E965-6676C9C387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B01D8-E4FA-4AE8-80F0-2864363BC015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13325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909CB-CE41-480A-74B1-60AA1F6D2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1EE426E-8CA1-083A-B396-78B5B7967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CC66A4E-80AC-ECE7-E98F-A72A1F51F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AA2200B-3892-A826-9130-7D1350DFA8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B01D8-E4FA-4AE8-80F0-2864363BC015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4022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6467B-6A09-1309-78C4-BBA5926C8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F5E9B04-09D8-8703-7546-391715DFB1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EA6626E-9513-FEE5-0546-E992C3FCF3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B42DFEE-178A-B783-B4DD-FFB8F492DE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B01D8-E4FA-4AE8-80F0-2864363BC015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42564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884F9-FB22-9623-405B-A9495E806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8FA19CF-0383-5F2B-1E49-509851C633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FBD1986-B3E6-2C7D-E6D3-F79073C97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3C0DAC3-410F-5EF1-80CC-AF9FCACF60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B01D8-E4FA-4AE8-80F0-2864363BC015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5896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ADBD5-C47A-C0B6-9F1D-9E788BDFC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1AC75DF-3E72-F4AD-A8B1-F1AA043C5D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8E1E8C-E7B6-92BD-B465-DA1DAD99E9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7695F38-A44C-8670-FE94-8DD5FB4FDD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EB01D8-E4FA-4AE8-80F0-2864363BC015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5794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A3B42D-89ED-A8ED-F890-6C0691B3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2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E6B6B10-4E81-D73B-5CD2-1BE8A2793C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2" y="3602040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2" indent="0" algn="ctr">
              <a:buNone/>
              <a:defRPr sz="2000"/>
            </a:lvl2pPr>
            <a:lvl3pPr marL="914404" indent="0" algn="ctr">
              <a:buNone/>
              <a:defRPr sz="1800"/>
            </a:lvl3pPr>
            <a:lvl4pPr marL="1371607" indent="0" algn="ctr">
              <a:buNone/>
              <a:defRPr sz="1600"/>
            </a:lvl4pPr>
            <a:lvl5pPr marL="1828809" indent="0" algn="ctr">
              <a:buNone/>
              <a:defRPr sz="1600"/>
            </a:lvl5pPr>
            <a:lvl6pPr marL="2286011" indent="0" algn="ctr">
              <a:buNone/>
              <a:defRPr sz="1600"/>
            </a:lvl6pPr>
            <a:lvl7pPr marL="2743213" indent="0" algn="ctr">
              <a:buNone/>
              <a:defRPr sz="1600"/>
            </a:lvl7pPr>
            <a:lvl8pPr marL="3200415" indent="0" algn="ctr">
              <a:buNone/>
              <a:defRPr sz="1600"/>
            </a:lvl8pPr>
            <a:lvl9pPr marL="3657618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29E3944-4931-062F-B09A-DF21096C5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1477B-7113-406A-A9C6-E1040B32A733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A7257C-DF56-3532-3E50-A952A4E36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B7DB3C-4454-2509-BC41-43970733A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79B2F-9316-4FC6-9DDE-1D0152512C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2711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257" userDrawn="1">
          <p15:clr>
            <a:srgbClr val="FBAE40"/>
          </p15:clr>
        </p15:guide>
        <p15:guide id="4" pos="7423" userDrawn="1">
          <p15:clr>
            <a:srgbClr val="FBAE40"/>
          </p15:clr>
        </p15:guide>
        <p15:guide id="5" orient="horz" pos="119" userDrawn="1">
          <p15:clr>
            <a:srgbClr val="FBAE40"/>
          </p15:clr>
        </p15:guide>
        <p15:guide id="6" orient="horz" pos="420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87DD34-229F-BE2B-3772-16AC2A97B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F6C218-11D9-AF56-158C-C4FD8B762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33D740-5DBB-ED68-BF1A-6D9F9F10C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1477B-7113-406A-A9C6-E1040B32A733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9E9347-A316-CA72-72EC-99BBE7EBE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A8188E8-B006-02B6-AF3F-49CD489AA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79B2F-9316-4FC6-9DDE-1D0152512C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2157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2F826E-C66D-CC51-1CC5-9FECFCAB6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FD6BCA8-6384-9690-342E-1CEB726F9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2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4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1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1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15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18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02DA01-EF4F-04C4-C868-E6765EB44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1477B-7113-406A-A9C6-E1040B32A733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B1E373-857C-08AF-FCBE-F4BBEDAF2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8A3D71-5F33-09FE-FCD0-5E81574EA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79B2F-9316-4FC6-9DDE-1D0152512C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3869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BA8397-86E9-9579-985A-C39188353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51E936-8DB5-2A77-0DF7-8CC5CAC806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6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A8FA43F-29DE-1CCA-885B-E400E5E9D8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6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F4F1866-635B-3281-20BF-E16056F48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1477B-7113-406A-A9C6-E1040B32A733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D466571-AFF8-BAB6-AF6A-D32D33D78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8CD9A88-59DE-9728-F87F-421621E25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79B2F-9316-4FC6-9DDE-1D0152512C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6157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5EBF30-15BB-0CF3-BEFE-0CF03C859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86EC8C3-BB87-1567-DBD5-3452D1F55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2" indent="0">
              <a:buNone/>
              <a:defRPr sz="2000" b="1"/>
            </a:lvl2pPr>
            <a:lvl3pPr marL="914404" indent="0">
              <a:buNone/>
              <a:defRPr sz="1800" b="1"/>
            </a:lvl3pPr>
            <a:lvl4pPr marL="1371607" indent="0">
              <a:buNone/>
              <a:defRPr sz="1600" b="1"/>
            </a:lvl4pPr>
            <a:lvl5pPr marL="1828809" indent="0">
              <a:buNone/>
              <a:defRPr sz="1600" b="1"/>
            </a:lvl5pPr>
            <a:lvl6pPr marL="2286011" indent="0">
              <a:buNone/>
              <a:defRPr sz="1600" b="1"/>
            </a:lvl6pPr>
            <a:lvl7pPr marL="2743213" indent="0">
              <a:buNone/>
              <a:defRPr sz="1600" b="1"/>
            </a:lvl7pPr>
            <a:lvl8pPr marL="3200415" indent="0">
              <a:buNone/>
              <a:defRPr sz="1600" b="1"/>
            </a:lvl8pPr>
            <a:lvl9pPr marL="3657618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1D5B084-5E33-DAED-ACA3-81057145C0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7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17CAB31-1CE6-15E6-188C-F0C41910B1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2" indent="0">
              <a:buNone/>
              <a:defRPr sz="2000" b="1"/>
            </a:lvl2pPr>
            <a:lvl3pPr marL="914404" indent="0">
              <a:buNone/>
              <a:defRPr sz="1800" b="1"/>
            </a:lvl3pPr>
            <a:lvl4pPr marL="1371607" indent="0">
              <a:buNone/>
              <a:defRPr sz="1600" b="1"/>
            </a:lvl4pPr>
            <a:lvl5pPr marL="1828809" indent="0">
              <a:buNone/>
              <a:defRPr sz="1600" b="1"/>
            </a:lvl5pPr>
            <a:lvl6pPr marL="2286011" indent="0">
              <a:buNone/>
              <a:defRPr sz="1600" b="1"/>
            </a:lvl6pPr>
            <a:lvl7pPr marL="2743213" indent="0">
              <a:buNone/>
              <a:defRPr sz="1600" b="1"/>
            </a:lvl7pPr>
            <a:lvl8pPr marL="3200415" indent="0">
              <a:buNone/>
              <a:defRPr sz="1600" b="1"/>
            </a:lvl8pPr>
            <a:lvl9pPr marL="3657618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63D5B23-FF97-F58F-6F88-8383534004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7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9835139-31E4-6A23-C730-24E949865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1477B-7113-406A-A9C6-E1040B32A733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2FEBFEE-FEF1-879B-3F91-8869FE6E7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88881A5-7733-3BBB-8064-EE3613B25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79B2F-9316-4FC6-9DDE-1D0152512C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2427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B726A6-403C-2DD4-5CE5-77F435302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D39F11F-8BA4-C1D5-35B7-5A77D7D90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1477B-7113-406A-A9C6-E1040B32A733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0F6FA87-224F-075E-CBC3-EEFF4CD47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F06CA76-27E2-819D-BA01-1317693E9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79B2F-9316-4FC6-9DDE-1D0152512C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7559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77613B3-27F2-ADD5-CE0E-41CA344BD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1477B-7113-406A-A9C6-E1040B32A733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5E97DF3-708B-4269-96AD-F2EBEB936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1ACEA0A-8624-DCC7-A6BD-D532A50B8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79B2F-9316-4FC6-9DDE-1D0152512C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2288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FC30DC-4041-B782-130A-D6BC52ADB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1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B4C428-B7F3-DEF0-159D-B9AA5C57D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24E4253-B149-DAA8-9F3F-4AE4E9A034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2" indent="0">
              <a:buNone/>
              <a:defRPr sz="1400"/>
            </a:lvl2pPr>
            <a:lvl3pPr marL="914404" indent="0">
              <a:buNone/>
              <a:defRPr sz="1200"/>
            </a:lvl3pPr>
            <a:lvl4pPr marL="1371607" indent="0">
              <a:buNone/>
              <a:defRPr sz="1000"/>
            </a:lvl4pPr>
            <a:lvl5pPr marL="1828809" indent="0">
              <a:buNone/>
              <a:defRPr sz="1000"/>
            </a:lvl5pPr>
            <a:lvl6pPr marL="2286011" indent="0">
              <a:buNone/>
              <a:defRPr sz="1000"/>
            </a:lvl6pPr>
            <a:lvl7pPr marL="2743213" indent="0">
              <a:buNone/>
              <a:defRPr sz="1000"/>
            </a:lvl7pPr>
            <a:lvl8pPr marL="3200415" indent="0">
              <a:buNone/>
              <a:defRPr sz="1000"/>
            </a:lvl8pPr>
            <a:lvl9pPr marL="3657618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A266372-1C5B-F62D-B409-9B27AD68C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1477B-7113-406A-A9C6-E1040B32A733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C9283C-87E4-652E-9427-2402D0FD3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4429912-121D-1B97-36CE-BE248F4B7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79B2F-9316-4FC6-9DDE-1D0152512C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4305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7C290B-FA5F-675A-066B-8D62FD14E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1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4338770-2A5B-6CDA-C1AA-B0B2A1DE50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2" indent="0">
              <a:buNone/>
              <a:defRPr sz="2800"/>
            </a:lvl2pPr>
            <a:lvl3pPr marL="914404" indent="0">
              <a:buNone/>
              <a:defRPr sz="2400"/>
            </a:lvl3pPr>
            <a:lvl4pPr marL="1371607" indent="0">
              <a:buNone/>
              <a:defRPr sz="2000"/>
            </a:lvl4pPr>
            <a:lvl5pPr marL="1828809" indent="0">
              <a:buNone/>
              <a:defRPr sz="2000"/>
            </a:lvl5pPr>
            <a:lvl6pPr marL="2286011" indent="0">
              <a:buNone/>
              <a:defRPr sz="2000"/>
            </a:lvl6pPr>
            <a:lvl7pPr marL="2743213" indent="0">
              <a:buNone/>
              <a:defRPr sz="2000"/>
            </a:lvl7pPr>
            <a:lvl8pPr marL="3200415" indent="0">
              <a:buNone/>
              <a:defRPr sz="2000"/>
            </a:lvl8pPr>
            <a:lvl9pPr marL="3657618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F0C1A51-D225-504F-CFD6-CA367A8970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2" indent="0">
              <a:buNone/>
              <a:defRPr sz="1400"/>
            </a:lvl2pPr>
            <a:lvl3pPr marL="914404" indent="0">
              <a:buNone/>
              <a:defRPr sz="1200"/>
            </a:lvl3pPr>
            <a:lvl4pPr marL="1371607" indent="0">
              <a:buNone/>
              <a:defRPr sz="1000"/>
            </a:lvl4pPr>
            <a:lvl5pPr marL="1828809" indent="0">
              <a:buNone/>
              <a:defRPr sz="1000"/>
            </a:lvl5pPr>
            <a:lvl6pPr marL="2286011" indent="0">
              <a:buNone/>
              <a:defRPr sz="1000"/>
            </a:lvl6pPr>
            <a:lvl7pPr marL="2743213" indent="0">
              <a:buNone/>
              <a:defRPr sz="1000"/>
            </a:lvl7pPr>
            <a:lvl8pPr marL="3200415" indent="0">
              <a:buNone/>
              <a:defRPr sz="1000"/>
            </a:lvl8pPr>
            <a:lvl9pPr marL="3657618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C006572-8995-CD1A-9C1A-8E6CAE3BB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1477B-7113-406A-A9C6-E1040B32A733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BA611F3-F231-EABB-5A14-C499CF033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7A89962-ACEF-B47A-B762-836E7AEF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79B2F-9316-4FC6-9DDE-1D0152512C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1712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89E3D5-EEF4-5657-82C9-EA61687F2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DE4AA82-B5ED-DF96-FC08-EFF0D29261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89C92E-4D71-03E7-4B67-6BC14808E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1477B-7113-406A-A9C6-E1040B32A733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95268A-2FD6-0FA9-348D-8AD0AD06D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89329C-0F27-BDB2-4C27-6B7D04E1C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79B2F-9316-4FC6-9DDE-1D0152512C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2997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AC12E63-CA6B-4C5B-1C3A-B45A00867C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E55CBC4-5958-0945-258C-D0830E9FDC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C6EEE9-F062-53F3-7619-B266CB23A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1477B-7113-406A-A9C6-E1040B32A733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0D0D55-E3F8-BDD1-9E56-A38E20FC0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1CD336-8AFF-CE46-4F19-CF78913D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779B2F-9316-4FC6-9DDE-1D0152512C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7364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39DDE7-B0DC-A81A-61A8-90A2638E0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5ABA04-7A48-C959-C6F7-4B83D0898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6F3DD3-830C-6309-6E8F-EDE348CC71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61477B-7113-406A-A9C6-E1040B32A733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D30CB6-2FF4-F1D5-C2E1-F187829D47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89878DB-9B50-457C-053B-F4700427AB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779B2F-9316-4FC6-9DDE-1D0152512C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2219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1" indent="-228601" algn="l" defTabSz="91440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3" indent="-228601" algn="l" defTabSz="91440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6" indent="-228601" algn="l" defTabSz="91440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8" indent="-228601" algn="l" defTabSz="91440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10" indent="-228601" algn="l" defTabSz="91440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12" indent="-228601" algn="l" defTabSz="91440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14" indent="-228601" algn="l" defTabSz="91440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17" indent="-228601" algn="l" defTabSz="91440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20" indent="-228601" algn="l" defTabSz="91440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2" algn="l" defTabSz="91440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4" algn="l" defTabSz="91440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7" algn="l" defTabSz="91440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9" algn="l" defTabSz="91440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11" algn="l" defTabSz="91440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13" algn="l" defTabSz="91440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15" algn="l" defTabSz="91440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18" algn="l" defTabSz="91440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764795C6-DAEE-081D-4AB0-EBBF1652AA61}"/>
              </a:ext>
            </a:extLst>
          </p:cNvPr>
          <p:cNvGrpSpPr/>
          <p:nvPr/>
        </p:nvGrpSpPr>
        <p:grpSpPr>
          <a:xfrm>
            <a:off x="407991" y="188913"/>
            <a:ext cx="11376025" cy="6480175"/>
            <a:chOff x="407988" y="0"/>
            <a:chExt cx="11376025" cy="6858000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C8B5B5CA-FEEC-8F00-80E8-92AB7778F847}"/>
                </a:ext>
              </a:extLst>
            </p:cNvPr>
            <p:cNvSpPr/>
            <p:nvPr/>
          </p:nvSpPr>
          <p:spPr>
            <a:xfrm>
              <a:off x="407988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6BF83B9B-EEBF-B93A-BBB2-932538EB1173}"/>
                </a:ext>
              </a:extLst>
            </p:cNvPr>
            <p:cNvSpPr/>
            <p:nvPr/>
          </p:nvSpPr>
          <p:spPr>
            <a:xfrm>
              <a:off x="1376559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4A2137BE-9311-DC03-4E8D-E00A792EBDD0}"/>
                </a:ext>
              </a:extLst>
            </p:cNvPr>
            <p:cNvSpPr/>
            <p:nvPr/>
          </p:nvSpPr>
          <p:spPr>
            <a:xfrm>
              <a:off x="2345130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2A27BB8D-ED38-D60D-2BD2-D6AFF1737234}"/>
                </a:ext>
              </a:extLst>
            </p:cNvPr>
            <p:cNvSpPr/>
            <p:nvPr/>
          </p:nvSpPr>
          <p:spPr>
            <a:xfrm>
              <a:off x="3313700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BCBD3C6F-4EE9-B221-6ADD-7B57FED9F166}"/>
                </a:ext>
              </a:extLst>
            </p:cNvPr>
            <p:cNvSpPr/>
            <p:nvPr/>
          </p:nvSpPr>
          <p:spPr>
            <a:xfrm>
              <a:off x="4282271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E6D1DE9A-7E06-9E4C-DB95-5E76AC17F711}"/>
                </a:ext>
              </a:extLst>
            </p:cNvPr>
            <p:cNvSpPr/>
            <p:nvPr/>
          </p:nvSpPr>
          <p:spPr>
            <a:xfrm>
              <a:off x="5250842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6ACC0F8B-22B2-F336-CD9F-FAFFF721E89D}"/>
                </a:ext>
              </a:extLst>
            </p:cNvPr>
            <p:cNvSpPr/>
            <p:nvPr/>
          </p:nvSpPr>
          <p:spPr>
            <a:xfrm>
              <a:off x="6219413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195E1723-92EB-9CA2-D582-B939A6290900}"/>
                </a:ext>
              </a:extLst>
            </p:cNvPr>
            <p:cNvSpPr/>
            <p:nvPr/>
          </p:nvSpPr>
          <p:spPr>
            <a:xfrm>
              <a:off x="7187984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7821FCE1-2B0A-387F-B408-D7FB21812705}"/>
                </a:ext>
              </a:extLst>
            </p:cNvPr>
            <p:cNvSpPr/>
            <p:nvPr/>
          </p:nvSpPr>
          <p:spPr>
            <a:xfrm>
              <a:off x="8156555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E550EAF8-52C5-E409-2322-B78B491DAA37}"/>
                </a:ext>
              </a:extLst>
            </p:cNvPr>
            <p:cNvSpPr/>
            <p:nvPr/>
          </p:nvSpPr>
          <p:spPr>
            <a:xfrm>
              <a:off x="9125125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F585F93D-2974-AC55-29E3-219AC59EBCFF}"/>
                </a:ext>
              </a:extLst>
            </p:cNvPr>
            <p:cNvSpPr/>
            <p:nvPr/>
          </p:nvSpPr>
          <p:spPr>
            <a:xfrm>
              <a:off x="10093696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1EC4D912-EBC6-3C7C-AE00-B6A5D2B0604C}"/>
                </a:ext>
              </a:extLst>
            </p:cNvPr>
            <p:cNvSpPr/>
            <p:nvPr/>
          </p:nvSpPr>
          <p:spPr>
            <a:xfrm>
              <a:off x="11062263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06B3CC2-8E9B-ACA7-B210-602AB98F8503}"/>
              </a:ext>
            </a:extLst>
          </p:cNvPr>
          <p:cNvSpPr txBox="1"/>
          <p:nvPr/>
        </p:nvSpPr>
        <p:spPr>
          <a:xfrm>
            <a:off x="3" y="-184666"/>
            <a:ext cx="3621184" cy="1846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ru-RU" sz="1200" dirty="0"/>
              <a:t>Общая сетка слайда и защитные поля </a:t>
            </a:r>
            <a:r>
              <a:rPr lang="en-US" sz="1200" dirty="0"/>
              <a:t>|</a:t>
            </a:r>
            <a:r>
              <a:rPr lang="ru-RU" sz="1200" dirty="0"/>
              <a:t> 12 колонок</a:t>
            </a: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762E3AB7-B6CE-8478-F083-AA0A762DABB2}"/>
              </a:ext>
            </a:extLst>
          </p:cNvPr>
          <p:cNvCxnSpPr/>
          <p:nvPr/>
        </p:nvCxnSpPr>
        <p:spPr>
          <a:xfrm>
            <a:off x="0" y="3025140"/>
            <a:ext cx="407988" cy="0"/>
          </a:xfrm>
          <a:prstGeom prst="straightConnector1">
            <a:avLst/>
          </a:prstGeom>
          <a:ln>
            <a:solidFill>
              <a:srgbClr val="0070C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E74FA4A-FACE-E256-695B-BCD0E48B719D}"/>
              </a:ext>
            </a:extLst>
          </p:cNvPr>
          <p:cNvSpPr txBox="1"/>
          <p:nvPr/>
        </p:nvSpPr>
        <p:spPr>
          <a:xfrm>
            <a:off x="13236" y="2838127"/>
            <a:ext cx="381515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ru-RU" sz="900" b="1" dirty="0">
                <a:solidFill>
                  <a:srgbClr val="0070C0"/>
                </a:solidFill>
              </a:rPr>
              <a:t>1,15 см</a:t>
            </a:r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2B6485AB-4E62-E643-16CB-F46161E9C7B8}"/>
              </a:ext>
            </a:extLst>
          </p:cNvPr>
          <p:cNvCxnSpPr>
            <a:cxnSpLocks/>
          </p:cNvCxnSpPr>
          <p:nvPr/>
        </p:nvCxnSpPr>
        <p:spPr>
          <a:xfrm>
            <a:off x="11784016" y="3025140"/>
            <a:ext cx="415582" cy="0"/>
          </a:xfrm>
          <a:prstGeom prst="straightConnector1">
            <a:avLst/>
          </a:prstGeom>
          <a:ln>
            <a:solidFill>
              <a:srgbClr val="0070C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AE092B3-3492-0AA1-53BE-14041BA3BA9B}"/>
              </a:ext>
            </a:extLst>
          </p:cNvPr>
          <p:cNvSpPr txBox="1"/>
          <p:nvPr/>
        </p:nvSpPr>
        <p:spPr>
          <a:xfrm>
            <a:off x="11804846" y="2838127"/>
            <a:ext cx="381515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ru-RU" sz="900" b="1" dirty="0">
                <a:solidFill>
                  <a:srgbClr val="0070C0"/>
                </a:solidFill>
              </a:rPr>
              <a:t>1,15 см</a:t>
            </a:r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B1A69101-23C3-106F-DFDE-43C2C88CDBD9}"/>
              </a:ext>
            </a:extLst>
          </p:cNvPr>
          <p:cNvCxnSpPr>
            <a:cxnSpLocks/>
          </p:cNvCxnSpPr>
          <p:nvPr/>
        </p:nvCxnSpPr>
        <p:spPr>
          <a:xfrm>
            <a:off x="407988" y="1491834"/>
            <a:ext cx="721753" cy="0"/>
          </a:xfrm>
          <a:prstGeom prst="straightConnector1">
            <a:avLst/>
          </a:prstGeom>
          <a:ln>
            <a:solidFill>
              <a:srgbClr val="0070C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1810D42-9B4C-D26C-45AA-3CBABD4CB617}"/>
              </a:ext>
            </a:extLst>
          </p:cNvPr>
          <p:cNvSpPr txBox="1"/>
          <p:nvPr/>
        </p:nvSpPr>
        <p:spPr>
          <a:xfrm>
            <a:off x="567687" y="1304821"/>
            <a:ext cx="402354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ru-RU" sz="900" b="1" dirty="0">
                <a:solidFill>
                  <a:srgbClr val="0070C0"/>
                </a:solidFill>
              </a:rPr>
              <a:t>2,01 см</a:t>
            </a:r>
          </a:p>
        </p:txBody>
      </p: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B3C9E5E3-F273-0A09-5215-86F00848EA63}"/>
              </a:ext>
            </a:extLst>
          </p:cNvPr>
          <p:cNvCxnSpPr>
            <a:cxnSpLocks/>
          </p:cNvCxnSpPr>
          <p:nvPr/>
        </p:nvCxnSpPr>
        <p:spPr>
          <a:xfrm>
            <a:off x="1129741" y="1865214"/>
            <a:ext cx="246821" cy="0"/>
          </a:xfrm>
          <a:prstGeom prst="straightConnector1">
            <a:avLst/>
          </a:prstGeom>
          <a:ln>
            <a:solidFill>
              <a:srgbClr val="0070C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992E067-1823-463B-085D-3BD5C8DADBBC}"/>
              </a:ext>
            </a:extLst>
          </p:cNvPr>
          <p:cNvSpPr txBox="1"/>
          <p:nvPr/>
        </p:nvSpPr>
        <p:spPr>
          <a:xfrm>
            <a:off x="1043157" y="1678201"/>
            <a:ext cx="419987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ru-RU" sz="900" b="1" dirty="0">
                <a:solidFill>
                  <a:srgbClr val="0070C0"/>
                </a:solidFill>
              </a:rPr>
              <a:t>0,69 см</a:t>
            </a:r>
          </a:p>
        </p:txBody>
      </p: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D4D2742E-B530-F415-C975-89F41DDF6E74}"/>
              </a:ext>
            </a:extLst>
          </p:cNvPr>
          <p:cNvCxnSpPr>
            <a:cxnSpLocks/>
          </p:cNvCxnSpPr>
          <p:nvPr/>
        </p:nvCxnSpPr>
        <p:spPr>
          <a:xfrm>
            <a:off x="5928360" y="0"/>
            <a:ext cx="0" cy="188913"/>
          </a:xfrm>
          <a:prstGeom prst="straightConnector1">
            <a:avLst/>
          </a:prstGeom>
          <a:ln>
            <a:solidFill>
              <a:srgbClr val="0070C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0524606-F36A-B875-10E0-E97AD9C95D9C}"/>
              </a:ext>
            </a:extLst>
          </p:cNvPr>
          <p:cNvSpPr txBox="1"/>
          <p:nvPr/>
        </p:nvSpPr>
        <p:spPr>
          <a:xfrm>
            <a:off x="5435272" y="25206"/>
            <a:ext cx="418384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ru-RU" sz="900" b="1" dirty="0">
                <a:solidFill>
                  <a:srgbClr val="0070C0"/>
                </a:solidFill>
              </a:rPr>
              <a:t>0,53 см</a:t>
            </a:r>
          </a:p>
        </p:txBody>
      </p: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2A596023-F887-73D3-1D09-29E91EE61078}"/>
              </a:ext>
            </a:extLst>
          </p:cNvPr>
          <p:cNvCxnSpPr>
            <a:cxnSpLocks/>
          </p:cNvCxnSpPr>
          <p:nvPr/>
        </p:nvCxnSpPr>
        <p:spPr>
          <a:xfrm>
            <a:off x="5928360" y="6669087"/>
            <a:ext cx="0" cy="188913"/>
          </a:xfrm>
          <a:prstGeom prst="straightConnector1">
            <a:avLst/>
          </a:prstGeom>
          <a:ln>
            <a:solidFill>
              <a:srgbClr val="0070C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CCBBADD-3B0B-852F-DFCA-E8EAD36724FB}"/>
              </a:ext>
            </a:extLst>
          </p:cNvPr>
          <p:cNvSpPr txBox="1"/>
          <p:nvPr/>
        </p:nvSpPr>
        <p:spPr>
          <a:xfrm>
            <a:off x="5435272" y="6694293"/>
            <a:ext cx="418384" cy="1384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ru-RU" sz="900" b="1" dirty="0">
                <a:solidFill>
                  <a:srgbClr val="0070C0"/>
                </a:solidFill>
              </a:rPr>
              <a:t>0,53 см</a:t>
            </a:r>
          </a:p>
        </p:txBody>
      </p:sp>
    </p:spTree>
    <p:extLst>
      <p:ext uri="{BB962C8B-B14F-4D97-AF65-F5344CB8AC3E}">
        <p14:creationId xmlns:p14="http://schemas.microsoft.com/office/powerpoint/2010/main" val="1657236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B2CD5-137F-D0FE-0312-064E37816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9E248BB2-9F58-9AF8-263F-1629F43F0E5F}"/>
              </a:ext>
            </a:extLst>
          </p:cNvPr>
          <p:cNvGrpSpPr/>
          <p:nvPr/>
        </p:nvGrpSpPr>
        <p:grpSpPr>
          <a:xfrm>
            <a:off x="407989" y="188913"/>
            <a:ext cx="11376024" cy="6480175"/>
            <a:chOff x="407988" y="0"/>
            <a:chExt cx="11376025" cy="6858000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A9897D0-2EE2-90EF-16C5-3E00F6BB6303}"/>
                </a:ext>
              </a:extLst>
            </p:cNvPr>
            <p:cNvSpPr/>
            <p:nvPr/>
          </p:nvSpPr>
          <p:spPr>
            <a:xfrm>
              <a:off x="407988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1B394FEC-813B-6DBB-F0A8-3438C07C561A}"/>
                </a:ext>
              </a:extLst>
            </p:cNvPr>
            <p:cNvSpPr/>
            <p:nvPr/>
          </p:nvSpPr>
          <p:spPr>
            <a:xfrm>
              <a:off x="1376559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E0247CFD-14A8-D17F-BD28-B8200BE2AD22}"/>
                </a:ext>
              </a:extLst>
            </p:cNvPr>
            <p:cNvSpPr/>
            <p:nvPr/>
          </p:nvSpPr>
          <p:spPr>
            <a:xfrm>
              <a:off x="2345130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9F7DFA51-7426-0FBD-D906-36027FBFBEE0}"/>
                </a:ext>
              </a:extLst>
            </p:cNvPr>
            <p:cNvSpPr/>
            <p:nvPr/>
          </p:nvSpPr>
          <p:spPr>
            <a:xfrm>
              <a:off x="3313700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2DD3A88F-7ABF-DA4D-E0BE-6B967BC08E44}"/>
                </a:ext>
              </a:extLst>
            </p:cNvPr>
            <p:cNvSpPr/>
            <p:nvPr/>
          </p:nvSpPr>
          <p:spPr>
            <a:xfrm>
              <a:off x="4282271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94A1B904-AECE-B85B-9E51-7948B47D0827}"/>
                </a:ext>
              </a:extLst>
            </p:cNvPr>
            <p:cNvSpPr/>
            <p:nvPr/>
          </p:nvSpPr>
          <p:spPr>
            <a:xfrm>
              <a:off x="5250842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476A1691-F1C6-E485-C322-75928D48CEA0}"/>
                </a:ext>
              </a:extLst>
            </p:cNvPr>
            <p:cNvSpPr/>
            <p:nvPr/>
          </p:nvSpPr>
          <p:spPr>
            <a:xfrm>
              <a:off x="6219413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5ECE92F2-F79A-A7B8-CA7A-B4D0E1D6F664}"/>
                </a:ext>
              </a:extLst>
            </p:cNvPr>
            <p:cNvSpPr/>
            <p:nvPr/>
          </p:nvSpPr>
          <p:spPr>
            <a:xfrm>
              <a:off x="7187984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EE503DB7-61DA-2B5A-325E-3AFA2B9EB4D2}"/>
                </a:ext>
              </a:extLst>
            </p:cNvPr>
            <p:cNvSpPr/>
            <p:nvPr/>
          </p:nvSpPr>
          <p:spPr>
            <a:xfrm>
              <a:off x="8156555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91655D58-AD63-9043-D597-4FA8E9B9CEFF}"/>
                </a:ext>
              </a:extLst>
            </p:cNvPr>
            <p:cNvSpPr/>
            <p:nvPr/>
          </p:nvSpPr>
          <p:spPr>
            <a:xfrm>
              <a:off x="9125125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7F264CC5-D5AC-AA6A-28D5-689277E1DAC3}"/>
                </a:ext>
              </a:extLst>
            </p:cNvPr>
            <p:cNvSpPr/>
            <p:nvPr/>
          </p:nvSpPr>
          <p:spPr>
            <a:xfrm>
              <a:off x="10093696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C911B3D6-EF3B-00FD-2C30-C9605FEEB65B}"/>
                </a:ext>
              </a:extLst>
            </p:cNvPr>
            <p:cNvSpPr/>
            <p:nvPr/>
          </p:nvSpPr>
          <p:spPr>
            <a:xfrm>
              <a:off x="11062263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1530283-27E5-B3D5-F241-9CA1BCE3AAE9}"/>
              </a:ext>
            </a:extLst>
          </p:cNvPr>
          <p:cNvSpPr txBox="1"/>
          <p:nvPr/>
        </p:nvSpPr>
        <p:spPr>
          <a:xfrm>
            <a:off x="3" y="-184666"/>
            <a:ext cx="1542089" cy="1846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ru-RU" sz="1200" dirty="0"/>
              <a:t>«Верхний» заголовок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073B5553-744C-A443-97F4-018F25A8AC57}"/>
              </a:ext>
            </a:extLst>
          </p:cNvPr>
          <p:cNvSpPr/>
          <p:nvPr/>
        </p:nvSpPr>
        <p:spPr>
          <a:xfrm>
            <a:off x="407988" y="486893"/>
            <a:ext cx="11376024" cy="438151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A572F2-529E-D40E-87C0-C7C0A8FB05AC}"/>
              </a:ext>
            </a:extLst>
          </p:cNvPr>
          <p:cNvSpPr txBox="1"/>
          <p:nvPr/>
        </p:nvSpPr>
        <p:spPr>
          <a:xfrm>
            <a:off x="407987" y="302227"/>
            <a:ext cx="5435316" cy="1846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72000" tIns="0" rIns="72000" bIns="0" rtlCol="0" anchor="t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Header - </a:t>
            </a:r>
            <a:r>
              <a:rPr lang="kk-KZ" sz="1200" dirty="0">
                <a:solidFill>
                  <a:schemeClr val="bg1"/>
                </a:solidFill>
              </a:rPr>
              <a:t>з</a:t>
            </a:r>
            <a:r>
              <a:rPr lang="ru-RU" sz="1200" dirty="0">
                <a:solidFill>
                  <a:schemeClr val="bg1"/>
                </a:solidFill>
              </a:rPr>
              <a:t>она заголовка и подзаголовка </a:t>
            </a:r>
            <a:r>
              <a:rPr lang="en-US" sz="1200" dirty="0">
                <a:solidFill>
                  <a:schemeClr val="bg1"/>
                </a:solidFill>
              </a:rPr>
              <a:t>| </a:t>
            </a:r>
            <a:r>
              <a:rPr lang="en-US" sz="900" b="1" dirty="0">
                <a:solidFill>
                  <a:schemeClr val="bg1"/>
                </a:solidFill>
              </a:rPr>
              <a:t>width</a:t>
            </a:r>
            <a:r>
              <a:rPr lang="en-US" sz="900" dirty="0">
                <a:solidFill>
                  <a:schemeClr val="bg1"/>
                </a:solidFill>
              </a:rPr>
              <a:t> = fill container, </a:t>
            </a:r>
            <a:r>
              <a:rPr lang="en-US" sz="900" b="1" dirty="0">
                <a:solidFill>
                  <a:schemeClr val="bg1"/>
                </a:solidFill>
              </a:rPr>
              <a:t>height</a:t>
            </a:r>
            <a:r>
              <a:rPr lang="en-US" sz="900" dirty="0">
                <a:solidFill>
                  <a:schemeClr val="bg1"/>
                </a:solidFill>
              </a:rPr>
              <a:t> = hug contents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D6D984-5CE1-F0DF-4898-FE9CBE80175F}"/>
              </a:ext>
            </a:extLst>
          </p:cNvPr>
          <p:cNvSpPr txBox="1"/>
          <p:nvPr/>
        </p:nvSpPr>
        <p:spPr>
          <a:xfrm>
            <a:off x="407987" y="1109710"/>
            <a:ext cx="5111509" cy="184666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txBody>
          <a:bodyPr wrap="none" lIns="72000" tIns="0" rIns="72000" bIns="0" rtlCol="0" anchor="t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Content</a:t>
            </a:r>
            <a:r>
              <a:rPr lang="kk-KZ" sz="1200" dirty="0">
                <a:solidFill>
                  <a:schemeClr val="bg1"/>
                </a:solidFill>
              </a:rPr>
              <a:t> </a:t>
            </a:r>
            <a:r>
              <a:rPr lang="en-US" sz="1200" dirty="0">
                <a:solidFill>
                  <a:schemeClr val="bg1"/>
                </a:solidFill>
              </a:rPr>
              <a:t>A </a:t>
            </a:r>
            <a:r>
              <a:rPr lang="ru-RU" sz="1200" dirty="0">
                <a:solidFill>
                  <a:schemeClr val="bg1"/>
                </a:solidFill>
              </a:rPr>
              <a:t>– ИИ рисует здесь</a:t>
            </a:r>
            <a:r>
              <a:rPr lang="en-US" sz="1200" dirty="0">
                <a:solidFill>
                  <a:schemeClr val="bg1"/>
                </a:solidFill>
              </a:rPr>
              <a:t> | </a:t>
            </a:r>
            <a:r>
              <a:rPr lang="en-US" sz="900" b="1" dirty="0">
                <a:solidFill>
                  <a:schemeClr val="bg1"/>
                </a:solidFill>
              </a:rPr>
              <a:t>width</a:t>
            </a:r>
            <a:r>
              <a:rPr lang="en-US" sz="900" dirty="0">
                <a:solidFill>
                  <a:schemeClr val="bg1"/>
                </a:solidFill>
              </a:rPr>
              <a:t> = fill container, </a:t>
            </a:r>
            <a:r>
              <a:rPr lang="en-US" sz="900" b="1" dirty="0">
                <a:solidFill>
                  <a:schemeClr val="bg1"/>
                </a:solidFill>
              </a:rPr>
              <a:t>height</a:t>
            </a:r>
            <a:r>
              <a:rPr lang="en-US" sz="900" dirty="0">
                <a:solidFill>
                  <a:schemeClr val="bg1"/>
                </a:solidFill>
              </a:rPr>
              <a:t> = hug contents (max = …)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AB4799B5-C554-DBBE-C2D8-A5E2C0A7D28E}"/>
              </a:ext>
            </a:extLst>
          </p:cNvPr>
          <p:cNvSpPr/>
          <p:nvPr/>
        </p:nvSpPr>
        <p:spPr>
          <a:xfrm>
            <a:off x="407987" y="1294376"/>
            <a:ext cx="4596035" cy="14478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Content</a:t>
            </a:r>
            <a:r>
              <a:rPr lang="kk-KZ" sz="1200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_block 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</a:rPr>
              <a:t>width</a:t>
            </a:r>
            <a:r>
              <a:rPr lang="en-US" sz="900" dirty="0">
                <a:solidFill>
                  <a:schemeClr val="tx1"/>
                </a:solidFill>
              </a:rPr>
              <a:t> = fill container, </a:t>
            </a:r>
            <a:r>
              <a:rPr lang="en-US" sz="900" b="1" dirty="0">
                <a:solidFill>
                  <a:schemeClr val="tx1"/>
                </a:solidFill>
              </a:rPr>
              <a:t>height</a:t>
            </a:r>
            <a:r>
              <a:rPr lang="en-US" sz="900" dirty="0">
                <a:solidFill>
                  <a:schemeClr val="tx1"/>
                </a:solidFill>
              </a:rPr>
              <a:t> = hug contents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4C827590-6B21-30C8-3FB9-D809C7AD9536}"/>
              </a:ext>
            </a:extLst>
          </p:cNvPr>
          <p:cNvSpPr/>
          <p:nvPr/>
        </p:nvSpPr>
        <p:spPr>
          <a:xfrm>
            <a:off x="407987" y="2922583"/>
            <a:ext cx="4596035" cy="14478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Content</a:t>
            </a:r>
            <a:r>
              <a:rPr lang="kk-KZ" sz="1200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_block 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</a:rPr>
              <a:t>width</a:t>
            </a:r>
            <a:r>
              <a:rPr lang="en-US" sz="900" dirty="0">
                <a:solidFill>
                  <a:schemeClr val="tx1"/>
                </a:solidFill>
              </a:rPr>
              <a:t> = fill container, </a:t>
            </a:r>
            <a:r>
              <a:rPr lang="en-US" sz="900" b="1" dirty="0">
                <a:solidFill>
                  <a:schemeClr val="tx1"/>
                </a:solidFill>
              </a:rPr>
              <a:t>height</a:t>
            </a:r>
            <a:r>
              <a:rPr lang="en-US" sz="900" dirty="0">
                <a:solidFill>
                  <a:schemeClr val="tx1"/>
                </a:solidFill>
              </a:rPr>
              <a:t> = hug contents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E4A4BBC0-1288-C5F5-B0F5-01737AC8D55C}"/>
              </a:ext>
            </a:extLst>
          </p:cNvPr>
          <p:cNvSpPr/>
          <p:nvPr/>
        </p:nvSpPr>
        <p:spPr>
          <a:xfrm>
            <a:off x="407987" y="4550790"/>
            <a:ext cx="4596035" cy="14478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Content</a:t>
            </a:r>
            <a:r>
              <a:rPr lang="kk-KZ" sz="1200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_block 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</a:rPr>
              <a:t>width</a:t>
            </a:r>
            <a:r>
              <a:rPr lang="en-US" sz="900" dirty="0">
                <a:solidFill>
                  <a:schemeClr val="tx1"/>
                </a:solidFill>
              </a:rPr>
              <a:t> = fill container, </a:t>
            </a:r>
            <a:r>
              <a:rPr lang="en-US" sz="900" b="1" dirty="0">
                <a:solidFill>
                  <a:schemeClr val="tx1"/>
                </a:solidFill>
              </a:rPr>
              <a:t>height</a:t>
            </a:r>
            <a:r>
              <a:rPr lang="en-US" sz="900" dirty="0">
                <a:solidFill>
                  <a:schemeClr val="tx1"/>
                </a:solidFill>
              </a:rPr>
              <a:t> = hug contents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DB64F429-7B52-9061-67ED-0EEA6912F2D5}"/>
              </a:ext>
            </a:extLst>
          </p:cNvPr>
          <p:cNvSpPr/>
          <p:nvPr/>
        </p:nvSpPr>
        <p:spPr>
          <a:xfrm>
            <a:off x="5250840" y="1294376"/>
            <a:ext cx="6533173" cy="403312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Content</a:t>
            </a:r>
            <a:r>
              <a:rPr lang="kk-KZ" sz="1200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_block 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</a:rPr>
              <a:t>width</a:t>
            </a:r>
            <a:r>
              <a:rPr lang="en-US" sz="900" dirty="0">
                <a:solidFill>
                  <a:schemeClr val="tx1"/>
                </a:solidFill>
              </a:rPr>
              <a:t> = fill container, </a:t>
            </a:r>
            <a:r>
              <a:rPr lang="en-US" sz="900" b="1" dirty="0">
                <a:solidFill>
                  <a:schemeClr val="tx1"/>
                </a:solidFill>
              </a:rPr>
              <a:t>height</a:t>
            </a:r>
            <a:r>
              <a:rPr lang="en-US" sz="900" dirty="0">
                <a:solidFill>
                  <a:schemeClr val="tx1"/>
                </a:solidFill>
              </a:rPr>
              <a:t> = hug contents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F562B928-DC00-CB9C-0770-245A969A8371}"/>
              </a:ext>
            </a:extLst>
          </p:cNvPr>
          <p:cNvSpPr/>
          <p:nvPr/>
        </p:nvSpPr>
        <p:spPr>
          <a:xfrm>
            <a:off x="5250840" y="5512166"/>
            <a:ext cx="6533173" cy="48589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Content</a:t>
            </a:r>
            <a:r>
              <a:rPr lang="kk-KZ" sz="1200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_block 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</a:rPr>
              <a:t>width</a:t>
            </a:r>
            <a:r>
              <a:rPr lang="en-US" sz="900" dirty="0">
                <a:solidFill>
                  <a:schemeClr val="tx1"/>
                </a:solidFill>
              </a:rPr>
              <a:t> = fill container, </a:t>
            </a:r>
            <a:r>
              <a:rPr lang="en-US" sz="900" b="1" dirty="0">
                <a:solidFill>
                  <a:schemeClr val="tx1"/>
                </a:solidFill>
              </a:rPr>
              <a:t>height</a:t>
            </a:r>
            <a:r>
              <a:rPr lang="en-US" sz="900" dirty="0">
                <a:solidFill>
                  <a:schemeClr val="tx1"/>
                </a:solidFill>
              </a:rPr>
              <a:t> = hug contents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5374847A-21B3-FAE5-C755-B7BE316B87A8}"/>
              </a:ext>
            </a:extLst>
          </p:cNvPr>
          <p:cNvSpPr/>
          <p:nvPr/>
        </p:nvSpPr>
        <p:spPr>
          <a:xfrm>
            <a:off x="407988" y="1296499"/>
            <a:ext cx="11376024" cy="470156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4F4B24F3-89B3-A481-A67B-55A1A1CA0FEC}"/>
              </a:ext>
            </a:extLst>
          </p:cNvPr>
          <p:cNvSpPr/>
          <p:nvPr/>
        </p:nvSpPr>
        <p:spPr>
          <a:xfrm>
            <a:off x="0" y="0"/>
            <a:ext cx="12191997" cy="6480175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F0B69AE5-BDA9-4439-31D6-65ED22AFB8AA}"/>
              </a:ext>
            </a:extLst>
          </p:cNvPr>
          <p:cNvSpPr/>
          <p:nvPr/>
        </p:nvSpPr>
        <p:spPr>
          <a:xfrm>
            <a:off x="407988" y="6485483"/>
            <a:ext cx="11376024" cy="184667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9DA5806-8314-657E-1F31-6A80F421BBB8}"/>
              </a:ext>
            </a:extLst>
          </p:cNvPr>
          <p:cNvSpPr txBox="1"/>
          <p:nvPr/>
        </p:nvSpPr>
        <p:spPr>
          <a:xfrm>
            <a:off x="407987" y="6300817"/>
            <a:ext cx="3614305" cy="1846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72000" tIns="0" rIns="72000" bIns="0" rtlCol="0" anchor="t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Footer | </a:t>
            </a:r>
            <a:r>
              <a:rPr lang="en-US" sz="900" b="1" dirty="0">
                <a:solidFill>
                  <a:schemeClr val="bg1"/>
                </a:solidFill>
              </a:rPr>
              <a:t>width</a:t>
            </a:r>
            <a:r>
              <a:rPr lang="en-US" sz="900" dirty="0">
                <a:solidFill>
                  <a:schemeClr val="bg1"/>
                </a:solidFill>
              </a:rPr>
              <a:t> = fill container, </a:t>
            </a:r>
            <a:r>
              <a:rPr lang="en-US" sz="900" b="1" dirty="0">
                <a:solidFill>
                  <a:schemeClr val="bg1"/>
                </a:solidFill>
              </a:rPr>
              <a:t>height</a:t>
            </a:r>
            <a:r>
              <a:rPr lang="en-US" sz="900" dirty="0">
                <a:solidFill>
                  <a:schemeClr val="bg1"/>
                </a:solidFill>
              </a:rPr>
              <a:t> = hug contents, gap = auto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CD64F5A2-B95E-E2DE-6B69-66C00ACC6A85}"/>
              </a:ext>
            </a:extLst>
          </p:cNvPr>
          <p:cNvSpPr/>
          <p:nvPr/>
        </p:nvSpPr>
        <p:spPr>
          <a:xfrm>
            <a:off x="407987" y="484505"/>
            <a:ext cx="11376026" cy="5511165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3" name="Прямая со стрелкой 52">
            <a:extLst>
              <a:ext uri="{FF2B5EF4-FFF2-40B4-BE49-F238E27FC236}">
                <a16:creationId xmlns:a16="http://schemas.microsoft.com/office/drawing/2014/main" id="{E63B1FDB-FC3F-3176-8701-51B9F0C01BBF}"/>
              </a:ext>
            </a:extLst>
          </p:cNvPr>
          <p:cNvCxnSpPr>
            <a:cxnSpLocks/>
            <a:stCxn id="48" idx="0"/>
            <a:endCxn id="51" idx="0"/>
          </p:cNvCxnSpPr>
          <p:nvPr/>
        </p:nvCxnSpPr>
        <p:spPr>
          <a:xfrm>
            <a:off x="6095999" y="0"/>
            <a:ext cx="1" cy="484505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 стрелкой 53">
            <a:extLst>
              <a:ext uri="{FF2B5EF4-FFF2-40B4-BE49-F238E27FC236}">
                <a16:creationId xmlns:a16="http://schemas.microsoft.com/office/drawing/2014/main" id="{A006F7F5-842D-2FFA-97C5-DB7816E46F7A}"/>
              </a:ext>
            </a:extLst>
          </p:cNvPr>
          <p:cNvCxnSpPr/>
          <p:nvPr/>
        </p:nvCxnSpPr>
        <p:spPr>
          <a:xfrm>
            <a:off x="6095999" y="5995670"/>
            <a:ext cx="1" cy="484505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5323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5EC71-5DEA-3862-F064-5477E4091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3DCB44CB-C572-260C-F4DA-35A66C084EB4}"/>
              </a:ext>
            </a:extLst>
          </p:cNvPr>
          <p:cNvGrpSpPr/>
          <p:nvPr/>
        </p:nvGrpSpPr>
        <p:grpSpPr>
          <a:xfrm>
            <a:off x="407989" y="188913"/>
            <a:ext cx="11376024" cy="6480175"/>
            <a:chOff x="407988" y="0"/>
            <a:chExt cx="11376025" cy="6858000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CD9800D5-FF46-3639-9F57-FF8CDD7322E4}"/>
                </a:ext>
              </a:extLst>
            </p:cNvPr>
            <p:cNvSpPr/>
            <p:nvPr/>
          </p:nvSpPr>
          <p:spPr>
            <a:xfrm>
              <a:off x="407988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7B1FE0D6-3CF4-14A1-AFE4-9B322C3606D1}"/>
                </a:ext>
              </a:extLst>
            </p:cNvPr>
            <p:cNvSpPr/>
            <p:nvPr/>
          </p:nvSpPr>
          <p:spPr>
            <a:xfrm>
              <a:off x="1376559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95C32F1F-D9C8-018E-31AC-4DD1AFCD9B55}"/>
                </a:ext>
              </a:extLst>
            </p:cNvPr>
            <p:cNvSpPr/>
            <p:nvPr/>
          </p:nvSpPr>
          <p:spPr>
            <a:xfrm>
              <a:off x="2345130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E2C5A631-72B2-C79B-0DED-8EDFAE6A04C9}"/>
                </a:ext>
              </a:extLst>
            </p:cNvPr>
            <p:cNvSpPr/>
            <p:nvPr/>
          </p:nvSpPr>
          <p:spPr>
            <a:xfrm>
              <a:off x="3313700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FEC7B157-E9B1-E6BF-BDD2-5E5438C51E6A}"/>
                </a:ext>
              </a:extLst>
            </p:cNvPr>
            <p:cNvSpPr/>
            <p:nvPr/>
          </p:nvSpPr>
          <p:spPr>
            <a:xfrm>
              <a:off x="4282271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A34EBBEC-27A6-BF31-91E8-700F9F9DCCF1}"/>
                </a:ext>
              </a:extLst>
            </p:cNvPr>
            <p:cNvSpPr/>
            <p:nvPr/>
          </p:nvSpPr>
          <p:spPr>
            <a:xfrm>
              <a:off x="5250842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09A51515-A9BD-D236-A3B9-1BB86CE9B207}"/>
                </a:ext>
              </a:extLst>
            </p:cNvPr>
            <p:cNvSpPr/>
            <p:nvPr/>
          </p:nvSpPr>
          <p:spPr>
            <a:xfrm>
              <a:off x="6219413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D9C90A08-DD3A-63ED-4A25-01063B0BFFC4}"/>
                </a:ext>
              </a:extLst>
            </p:cNvPr>
            <p:cNvSpPr/>
            <p:nvPr/>
          </p:nvSpPr>
          <p:spPr>
            <a:xfrm>
              <a:off x="7187984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5E62EE75-D40C-A115-9354-9BFD641114A4}"/>
                </a:ext>
              </a:extLst>
            </p:cNvPr>
            <p:cNvSpPr/>
            <p:nvPr/>
          </p:nvSpPr>
          <p:spPr>
            <a:xfrm>
              <a:off x="8156555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4084D5F9-7EB9-6803-C8B7-2F14E6681599}"/>
                </a:ext>
              </a:extLst>
            </p:cNvPr>
            <p:cNvSpPr/>
            <p:nvPr/>
          </p:nvSpPr>
          <p:spPr>
            <a:xfrm>
              <a:off x="9125125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78210E3C-F373-7549-0215-738CEF806A4B}"/>
                </a:ext>
              </a:extLst>
            </p:cNvPr>
            <p:cNvSpPr/>
            <p:nvPr/>
          </p:nvSpPr>
          <p:spPr>
            <a:xfrm>
              <a:off x="10093696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D7CFE910-EF0F-B761-FD95-F6AB21F2C2D5}"/>
                </a:ext>
              </a:extLst>
            </p:cNvPr>
            <p:cNvSpPr/>
            <p:nvPr/>
          </p:nvSpPr>
          <p:spPr>
            <a:xfrm>
              <a:off x="11062263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EEB7DDD-DA0C-38A1-500E-43838D627623}"/>
              </a:ext>
            </a:extLst>
          </p:cNvPr>
          <p:cNvSpPr txBox="1"/>
          <p:nvPr/>
        </p:nvSpPr>
        <p:spPr>
          <a:xfrm>
            <a:off x="3" y="-184666"/>
            <a:ext cx="1567737" cy="1846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ru-RU" sz="1200" dirty="0"/>
              <a:t>«Жесткий» заголовок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02AA7EC0-A7FD-04D6-6511-E0E0374D4D2A}"/>
              </a:ext>
            </a:extLst>
          </p:cNvPr>
          <p:cNvSpPr/>
          <p:nvPr/>
        </p:nvSpPr>
        <p:spPr>
          <a:xfrm>
            <a:off x="407988" y="193415"/>
            <a:ext cx="11376024" cy="438151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87818A-4053-2D66-294E-53318D770E94}"/>
              </a:ext>
            </a:extLst>
          </p:cNvPr>
          <p:cNvSpPr txBox="1"/>
          <p:nvPr/>
        </p:nvSpPr>
        <p:spPr>
          <a:xfrm>
            <a:off x="407987" y="8749"/>
            <a:ext cx="5435316" cy="1846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72000" tIns="0" rIns="72000" bIns="0" rtlCol="0" anchor="t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Header - </a:t>
            </a:r>
            <a:r>
              <a:rPr lang="kk-KZ" sz="1200" dirty="0">
                <a:solidFill>
                  <a:schemeClr val="bg1"/>
                </a:solidFill>
              </a:rPr>
              <a:t>з</a:t>
            </a:r>
            <a:r>
              <a:rPr lang="ru-RU" sz="1200" dirty="0">
                <a:solidFill>
                  <a:schemeClr val="bg1"/>
                </a:solidFill>
              </a:rPr>
              <a:t>она заголовка и подзаголовка </a:t>
            </a:r>
            <a:r>
              <a:rPr lang="en-US" sz="1200" dirty="0">
                <a:solidFill>
                  <a:schemeClr val="bg1"/>
                </a:solidFill>
              </a:rPr>
              <a:t>| </a:t>
            </a:r>
            <a:r>
              <a:rPr lang="en-US" sz="900" b="1" dirty="0">
                <a:solidFill>
                  <a:schemeClr val="bg1"/>
                </a:solidFill>
              </a:rPr>
              <a:t>width</a:t>
            </a:r>
            <a:r>
              <a:rPr lang="en-US" sz="900" dirty="0">
                <a:solidFill>
                  <a:schemeClr val="bg1"/>
                </a:solidFill>
              </a:rPr>
              <a:t> = fill container, </a:t>
            </a:r>
            <a:r>
              <a:rPr lang="en-US" sz="900" b="1" dirty="0">
                <a:solidFill>
                  <a:schemeClr val="bg1"/>
                </a:solidFill>
              </a:rPr>
              <a:t>height</a:t>
            </a:r>
            <a:r>
              <a:rPr lang="en-US" sz="900" dirty="0">
                <a:solidFill>
                  <a:schemeClr val="bg1"/>
                </a:solidFill>
              </a:rPr>
              <a:t> = hug contents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161AB2B-0607-D801-29ED-91FBAC0940E8}"/>
              </a:ext>
            </a:extLst>
          </p:cNvPr>
          <p:cNvSpPr txBox="1"/>
          <p:nvPr/>
        </p:nvSpPr>
        <p:spPr>
          <a:xfrm>
            <a:off x="407987" y="1017638"/>
            <a:ext cx="5111509" cy="184666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txBody>
          <a:bodyPr wrap="none" lIns="72000" tIns="0" rIns="72000" bIns="0" rtlCol="0" anchor="t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Content</a:t>
            </a:r>
            <a:r>
              <a:rPr lang="kk-KZ" sz="1200" dirty="0">
                <a:solidFill>
                  <a:schemeClr val="bg1"/>
                </a:solidFill>
              </a:rPr>
              <a:t> </a:t>
            </a:r>
            <a:r>
              <a:rPr lang="en-US" sz="1200" dirty="0">
                <a:solidFill>
                  <a:schemeClr val="bg1"/>
                </a:solidFill>
              </a:rPr>
              <a:t>A </a:t>
            </a:r>
            <a:r>
              <a:rPr lang="ru-RU" sz="1200" dirty="0">
                <a:solidFill>
                  <a:schemeClr val="bg1"/>
                </a:solidFill>
              </a:rPr>
              <a:t>– ИИ рисует здесь</a:t>
            </a:r>
            <a:r>
              <a:rPr lang="en-US" sz="1200" dirty="0">
                <a:solidFill>
                  <a:schemeClr val="bg1"/>
                </a:solidFill>
              </a:rPr>
              <a:t> | </a:t>
            </a:r>
            <a:r>
              <a:rPr lang="en-US" sz="900" b="1" dirty="0">
                <a:solidFill>
                  <a:schemeClr val="bg1"/>
                </a:solidFill>
              </a:rPr>
              <a:t>width</a:t>
            </a:r>
            <a:r>
              <a:rPr lang="en-US" sz="900" dirty="0">
                <a:solidFill>
                  <a:schemeClr val="bg1"/>
                </a:solidFill>
              </a:rPr>
              <a:t> = fill container, </a:t>
            </a:r>
            <a:r>
              <a:rPr lang="en-US" sz="900" b="1" dirty="0">
                <a:solidFill>
                  <a:schemeClr val="bg1"/>
                </a:solidFill>
              </a:rPr>
              <a:t>height</a:t>
            </a:r>
            <a:r>
              <a:rPr lang="en-US" sz="900" dirty="0">
                <a:solidFill>
                  <a:schemeClr val="bg1"/>
                </a:solidFill>
              </a:rPr>
              <a:t> = hug contents (max = …)</a:t>
            </a:r>
            <a:endParaRPr lang="ru-RU" sz="1200" dirty="0">
              <a:solidFill>
                <a:schemeClr val="bg1"/>
              </a:solidFill>
            </a:endParaRPr>
          </a:p>
        </p:txBody>
      </p: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D27DBA4B-4BAC-8578-B4BE-61A13AF99CDD}"/>
              </a:ext>
            </a:extLst>
          </p:cNvPr>
          <p:cNvGrpSpPr/>
          <p:nvPr/>
        </p:nvGrpSpPr>
        <p:grpSpPr>
          <a:xfrm>
            <a:off x="407987" y="1205754"/>
            <a:ext cx="4596035" cy="4700232"/>
            <a:chOff x="407987" y="1202304"/>
            <a:chExt cx="4596035" cy="3256946"/>
          </a:xfrm>
        </p:grpSpPr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id="{82559B19-EE31-1EC7-7F9B-054A0E146E8B}"/>
                </a:ext>
              </a:extLst>
            </p:cNvPr>
            <p:cNvSpPr/>
            <p:nvPr/>
          </p:nvSpPr>
          <p:spPr>
            <a:xfrm>
              <a:off x="407987" y="1202304"/>
              <a:ext cx="4596035" cy="728029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Content</a:t>
              </a:r>
              <a:r>
                <a:rPr lang="kk-KZ" sz="1200" dirty="0">
                  <a:solidFill>
                    <a:schemeClr val="tx1"/>
                  </a:solidFill>
                </a:rPr>
                <a:t> </a:t>
              </a:r>
              <a:r>
                <a:rPr lang="en-US" sz="1200" dirty="0">
                  <a:solidFill>
                    <a:schemeClr val="tx1"/>
                  </a:solidFill>
                </a:rPr>
                <a:t>_block </a:t>
              </a:r>
            </a:p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width</a:t>
              </a:r>
              <a:r>
                <a:rPr lang="en-US" sz="900" dirty="0">
                  <a:solidFill>
                    <a:schemeClr val="tx1"/>
                  </a:solidFill>
                </a:rPr>
                <a:t> = fill container, </a:t>
              </a:r>
              <a:r>
                <a:rPr lang="en-US" sz="900" b="1" dirty="0">
                  <a:solidFill>
                    <a:schemeClr val="tx1"/>
                  </a:solidFill>
                </a:rPr>
                <a:t>height</a:t>
              </a:r>
              <a:r>
                <a:rPr lang="en-US" sz="900" dirty="0">
                  <a:solidFill>
                    <a:schemeClr val="tx1"/>
                  </a:solidFill>
                </a:rPr>
                <a:t> = hug contents</a:t>
              </a:r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id="{C0668A92-0EAC-D9CD-D855-6DA1277E271F}"/>
                </a:ext>
              </a:extLst>
            </p:cNvPr>
            <p:cNvSpPr/>
            <p:nvPr/>
          </p:nvSpPr>
          <p:spPr>
            <a:xfrm>
              <a:off x="407987" y="2106368"/>
              <a:ext cx="4596035" cy="728029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Content</a:t>
              </a:r>
              <a:r>
                <a:rPr lang="kk-KZ" sz="1200" dirty="0">
                  <a:solidFill>
                    <a:schemeClr val="tx1"/>
                  </a:solidFill>
                </a:rPr>
                <a:t> </a:t>
              </a:r>
              <a:r>
                <a:rPr lang="en-US" sz="1200" dirty="0">
                  <a:solidFill>
                    <a:schemeClr val="tx1"/>
                  </a:solidFill>
                </a:rPr>
                <a:t>_block </a:t>
              </a:r>
            </a:p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width</a:t>
              </a:r>
              <a:r>
                <a:rPr lang="en-US" sz="900" dirty="0">
                  <a:solidFill>
                    <a:schemeClr val="tx1"/>
                  </a:solidFill>
                </a:rPr>
                <a:t> = fill container, </a:t>
              </a:r>
              <a:r>
                <a:rPr lang="en-US" sz="900" b="1" dirty="0">
                  <a:solidFill>
                    <a:schemeClr val="tx1"/>
                  </a:solidFill>
                </a:rPr>
                <a:t>height</a:t>
              </a:r>
              <a:r>
                <a:rPr lang="en-US" sz="900" dirty="0">
                  <a:solidFill>
                    <a:schemeClr val="tx1"/>
                  </a:solidFill>
                </a:rPr>
                <a:t> = hug contents</a:t>
              </a:r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id="{331E3F1E-FB15-AB85-662C-7AEF2F262C07}"/>
                </a:ext>
              </a:extLst>
            </p:cNvPr>
            <p:cNvSpPr/>
            <p:nvPr/>
          </p:nvSpPr>
          <p:spPr>
            <a:xfrm>
              <a:off x="407987" y="3011450"/>
              <a:ext cx="4596035" cy="1447800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Content</a:t>
              </a:r>
              <a:r>
                <a:rPr lang="kk-KZ" sz="1200" dirty="0">
                  <a:solidFill>
                    <a:schemeClr val="tx1"/>
                  </a:solidFill>
                </a:rPr>
                <a:t> </a:t>
              </a:r>
              <a:r>
                <a:rPr lang="en-US" sz="1200" dirty="0">
                  <a:solidFill>
                    <a:schemeClr val="tx1"/>
                  </a:solidFill>
                </a:rPr>
                <a:t>_block </a:t>
              </a:r>
            </a:p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width</a:t>
              </a:r>
              <a:r>
                <a:rPr lang="en-US" sz="900" dirty="0">
                  <a:solidFill>
                    <a:schemeClr val="tx1"/>
                  </a:solidFill>
                </a:rPr>
                <a:t> = fill container, </a:t>
              </a:r>
              <a:r>
                <a:rPr lang="en-US" sz="900" b="1" dirty="0">
                  <a:solidFill>
                    <a:schemeClr val="tx1"/>
                  </a:solidFill>
                </a:rPr>
                <a:t>height</a:t>
              </a:r>
              <a:r>
                <a:rPr lang="en-US" sz="900" dirty="0">
                  <a:solidFill>
                    <a:schemeClr val="tx1"/>
                  </a:solidFill>
                </a:rPr>
                <a:t> = hug contents</a:t>
              </a:r>
              <a:endParaRPr lang="ru-RU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E10E9460-236F-0E12-0C6A-CC2A98F3752A}"/>
              </a:ext>
            </a:extLst>
          </p:cNvPr>
          <p:cNvGrpSpPr/>
          <p:nvPr/>
        </p:nvGrpSpPr>
        <p:grpSpPr>
          <a:xfrm>
            <a:off x="5250840" y="1202304"/>
            <a:ext cx="6533173" cy="4703682"/>
            <a:chOff x="5250840" y="1202304"/>
            <a:chExt cx="6533173" cy="4703682"/>
          </a:xfrm>
        </p:grpSpPr>
        <p:sp>
          <p:nvSpPr>
            <p:cNvPr id="43" name="Прямоугольник 42">
              <a:extLst>
                <a:ext uri="{FF2B5EF4-FFF2-40B4-BE49-F238E27FC236}">
                  <a16:creationId xmlns:a16="http://schemas.microsoft.com/office/drawing/2014/main" id="{634EDB22-55AB-4CB5-06BA-E2790C5E4A71}"/>
                </a:ext>
              </a:extLst>
            </p:cNvPr>
            <p:cNvSpPr/>
            <p:nvPr/>
          </p:nvSpPr>
          <p:spPr>
            <a:xfrm>
              <a:off x="5250840" y="1202304"/>
              <a:ext cx="6533173" cy="4033124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Content</a:t>
              </a:r>
              <a:r>
                <a:rPr lang="kk-KZ" sz="1200" dirty="0">
                  <a:solidFill>
                    <a:schemeClr val="tx1"/>
                  </a:solidFill>
                </a:rPr>
                <a:t> </a:t>
              </a:r>
              <a:r>
                <a:rPr lang="en-US" sz="1200" dirty="0">
                  <a:solidFill>
                    <a:schemeClr val="tx1"/>
                  </a:solidFill>
                </a:rPr>
                <a:t>_block </a:t>
              </a:r>
            </a:p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width</a:t>
              </a:r>
              <a:r>
                <a:rPr lang="en-US" sz="900" dirty="0">
                  <a:solidFill>
                    <a:schemeClr val="tx1"/>
                  </a:solidFill>
                </a:rPr>
                <a:t> = fill container, </a:t>
              </a:r>
              <a:r>
                <a:rPr lang="en-US" sz="900" b="1" dirty="0">
                  <a:solidFill>
                    <a:schemeClr val="tx1"/>
                  </a:solidFill>
                </a:rPr>
                <a:t>height</a:t>
              </a:r>
              <a:r>
                <a:rPr lang="en-US" sz="900" dirty="0">
                  <a:solidFill>
                    <a:schemeClr val="tx1"/>
                  </a:solidFill>
                </a:rPr>
                <a:t> = hug contents</a:t>
              </a:r>
              <a:endParaRPr lang="ru-RU" sz="1200" dirty="0">
                <a:solidFill>
                  <a:schemeClr val="tx1"/>
                </a:solidFill>
              </a:endParaRPr>
            </a:p>
          </p:txBody>
        </p:sp>
        <p:sp>
          <p:nvSpPr>
            <p:cNvPr id="46" name="Прямоугольник 45">
              <a:extLst>
                <a:ext uri="{FF2B5EF4-FFF2-40B4-BE49-F238E27FC236}">
                  <a16:creationId xmlns:a16="http://schemas.microsoft.com/office/drawing/2014/main" id="{51462358-C546-BA57-796A-339F366E6C90}"/>
                </a:ext>
              </a:extLst>
            </p:cNvPr>
            <p:cNvSpPr/>
            <p:nvPr/>
          </p:nvSpPr>
          <p:spPr>
            <a:xfrm>
              <a:off x="5250840" y="5420094"/>
              <a:ext cx="6533173" cy="485892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Content</a:t>
              </a:r>
              <a:r>
                <a:rPr lang="kk-KZ" sz="1200" dirty="0">
                  <a:solidFill>
                    <a:schemeClr val="tx1"/>
                  </a:solidFill>
                </a:rPr>
                <a:t> </a:t>
              </a:r>
              <a:r>
                <a:rPr lang="en-US" sz="1200" dirty="0">
                  <a:solidFill>
                    <a:schemeClr val="tx1"/>
                  </a:solidFill>
                </a:rPr>
                <a:t>_block </a:t>
              </a:r>
            </a:p>
            <a:p>
              <a:pPr algn="ctr"/>
              <a:r>
                <a:rPr lang="en-US" sz="900" b="1" dirty="0">
                  <a:solidFill>
                    <a:schemeClr val="tx1"/>
                  </a:solidFill>
                </a:rPr>
                <a:t>width</a:t>
              </a:r>
              <a:r>
                <a:rPr lang="en-US" sz="900" dirty="0">
                  <a:solidFill>
                    <a:schemeClr val="tx1"/>
                  </a:solidFill>
                </a:rPr>
                <a:t> = fill container, </a:t>
              </a:r>
              <a:r>
                <a:rPr lang="en-US" sz="900" b="1" dirty="0">
                  <a:solidFill>
                    <a:schemeClr val="tx1"/>
                  </a:solidFill>
                </a:rPr>
                <a:t>height</a:t>
              </a:r>
              <a:r>
                <a:rPr lang="en-US" sz="900" dirty="0">
                  <a:solidFill>
                    <a:schemeClr val="tx1"/>
                  </a:solidFill>
                </a:rPr>
                <a:t> = hug contents</a:t>
              </a:r>
              <a:endParaRPr lang="ru-RU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42B008A5-ED75-EBF3-6D7A-1E3F4663608B}"/>
              </a:ext>
            </a:extLst>
          </p:cNvPr>
          <p:cNvSpPr/>
          <p:nvPr/>
        </p:nvSpPr>
        <p:spPr>
          <a:xfrm>
            <a:off x="407988" y="1204427"/>
            <a:ext cx="11376024" cy="470156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0BC1FADC-5F6F-5AE2-C17A-C22906A3A83E}"/>
              </a:ext>
            </a:extLst>
          </p:cNvPr>
          <p:cNvSpPr/>
          <p:nvPr/>
        </p:nvSpPr>
        <p:spPr>
          <a:xfrm>
            <a:off x="0" y="631566"/>
            <a:ext cx="12191997" cy="5848609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116AB9AE-280F-3AA2-BCC4-378CE36625A0}"/>
              </a:ext>
            </a:extLst>
          </p:cNvPr>
          <p:cNvSpPr/>
          <p:nvPr/>
        </p:nvSpPr>
        <p:spPr>
          <a:xfrm>
            <a:off x="407988" y="6485483"/>
            <a:ext cx="11376024" cy="184667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BDE6BA2-D597-2EF9-B86F-FDE291A449C0}"/>
              </a:ext>
            </a:extLst>
          </p:cNvPr>
          <p:cNvSpPr txBox="1"/>
          <p:nvPr/>
        </p:nvSpPr>
        <p:spPr>
          <a:xfrm>
            <a:off x="407987" y="6300817"/>
            <a:ext cx="3614305" cy="1846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72000" tIns="0" rIns="72000" bIns="0" rtlCol="0" anchor="t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Footer | </a:t>
            </a:r>
            <a:r>
              <a:rPr lang="en-US" sz="900" b="1" dirty="0">
                <a:solidFill>
                  <a:schemeClr val="bg1"/>
                </a:solidFill>
              </a:rPr>
              <a:t>width</a:t>
            </a:r>
            <a:r>
              <a:rPr lang="en-US" sz="900" dirty="0">
                <a:solidFill>
                  <a:schemeClr val="bg1"/>
                </a:solidFill>
              </a:rPr>
              <a:t> = fill container, </a:t>
            </a:r>
            <a:r>
              <a:rPr lang="en-US" sz="900" b="1" dirty="0">
                <a:solidFill>
                  <a:schemeClr val="bg1"/>
                </a:solidFill>
              </a:rPr>
              <a:t>height</a:t>
            </a:r>
            <a:r>
              <a:rPr lang="en-US" sz="900" dirty="0">
                <a:solidFill>
                  <a:schemeClr val="bg1"/>
                </a:solidFill>
              </a:rPr>
              <a:t> = hug contents, gap = auto</a:t>
            </a:r>
            <a:endParaRPr lang="ru-RU" sz="1200" dirty="0">
              <a:solidFill>
                <a:schemeClr val="bg1"/>
              </a:solidFill>
            </a:endParaRPr>
          </a:p>
        </p:txBody>
      </p:sp>
      <p:cxnSp>
        <p:nvCxnSpPr>
          <p:cNvPr id="53" name="Прямая со стрелкой 52">
            <a:extLst>
              <a:ext uri="{FF2B5EF4-FFF2-40B4-BE49-F238E27FC236}">
                <a16:creationId xmlns:a16="http://schemas.microsoft.com/office/drawing/2014/main" id="{E913A86F-F93E-2D00-0D91-5CE628A7D965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6095999" y="636068"/>
            <a:ext cx="1" cy="569686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 стрелкой 53">
            <a:extLst>
              <a:ext uri="{FF2B5EF4-FFF2-40B4-BE49-F238E27FC236}">
                <a16:creationId xmlns:a16="http://schemas.microsoft.com/office/drawing/2014/main" id="{30807EE4-058D-2B6A-5CDC-3AD559DD0671}"/>
              </a:ext>
            </a:extLst>
          </p:cNvPr>
          <p:cNvCxnSpPr>
            <a:cxnSpLocks/>
            <a:stCxn id="17" idx="2"/>
          </p:cNvCxnSpPr>
          <p:nvPr/>
        </p:nvCxnSpPr>
        <p:spPr>
          <a:xfrm>
            <a:off x="6096000" y="5905987"/>
            <a:ext cx="0" cy="574188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2F9E4F6B-0C04-8341-F6DD-B99A95774A89}"/>
              </a:ext>
            </a:extLst>
          </p:cNvPr>
          <p:cNvSpPr/>
          <p:nvPr/>
        </p:nvSpPr>
        <p:spPr>
          <a:xfrm>
            <a:off x="407987" y="1205754"/>
            <a:ext cx="11376026" cy="4700233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1476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E20BB-1BB8-09E7-88F8-05BA400AB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940D2FCB-F087-5BB2-6621-37B0531128D6}"/>
              </a:ext>
            </a:extLst>
          </p:cNvPr>
          <p:cNvGrpSpPr/>
          <p:nvPr/>
        </p:nvGrpSpPr>
        <p:grpSpPr>
          <a:xfrm>
            <a:off x="407989" y="188913"/>
            <a:ext cx="11376024" cy="6480175"/>
            <a:chOff x="407988" y="0"/>
            <a:chExt cx="11376025" cy="6858000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D3D96B9A-BED0-E997-01D2-47502E58AB11}"/>
                </a:ext>
              </a:extLst>
            </p:cNvPr>
            <p:cNvSpPr/>
            <p:nvPr/>
          </p:nvSpPr>
          <p:spPr>
            <a:xfrm>
              <a:off x="407988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2447A322-F481-EC6A-465D-01C5BF7AE59F}"/>
                </a:ext>
              </a:extLst>
            </p:cNvPr>
            <p:cNvSpPr/>
            <p:nvPr/>
          </p:nvSpPr>
          <p:spPr>
            <a:xfrm>
              <a:off x="1376559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AC52F3F3-5B6A-8542-54AB-0ABFAAC4E38D}"/>
                </a:ext>
              </a:extLst>
            </p:cNvPr>
            <p:cNvSpPr/>
            <p:nvPr/>
          </p:nvSpPr>
          <p:spPr>
            <a:xfrm>
              <a:off x="2345130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439B3877-A868-B642-7D1F-CCE4273D93F0}"/>
                </a:ext>
              </a:extLst>
            </p:cNvPr>
            <p:cNvSpPr/>
            <p:nvPr/>
          </p:nvSpPr>
          <p:spPr>
            <a:xfrm>
              <a:off x="3313700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F5C288C2-ED86-6DA7-BA26-34F75C4B1446}"/>
                </a:ext>
              </a:extLst>
            </p:cNvPr>
            <p:cNvSpPr/>
            <p:nvPr/>
          </p:nvSpPr>
          <p:spPr>
            <a:xfrm>
              <a:off x="4282271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CB6C3FE6-CB66-EF9C-32DE-D3E457C067B0}"/>
                </a:ext>
              </a:extLst>
            </p:cNvPr>
            <p:cNvSpPr/>
            <p:nvPr/>
          </p:nvSpPr>
          <p:spPr>
            <a:xfrm>
              <a:off x="5250842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595FA452-2882-333E-DBB7-78D2FA2E168B}"/>
                </a:ext>
              </a:extLst>
            </p:cNvPr>
            <p:cNvSpPr/>
            <p:nvPr/>
          </p:nvSpPr>
          <p:spPr>
            <a:xfrm>
              <a:off x="6219413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D92ECAC6-92C3-0FFF-1602-76DCBAD32274}"/>
                </a:ext>
              </a:extLst>
            </p:cNvPr>
            <p:cNvSpPr/>
            <p:nvPr/>
          </p:nvSpPr>
          <p:spPr>
            <a:xfrm>
              <a:off x="7187984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07104D0C-FABA-B81B-ADD2-7753070DF81E}"/>
                </a:ext>
              </a:extLst>
            </p:cNvPr>
            <p:cNvSpPr/>
            <p:nvPr/>
          </p:nvSpPr>
          <p:spPr>
            <a:xfrm>
              <a:off x="8156555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A5A4C70D-D053-2B9D-D084-15CFBD6BFA23}"/>
                </a:ext>
              </a:extLst>
            </p:cNvPr>
            <p:cNvSpPr/>
            <p:nvPr/>
          </p:nvSpPr>
          <p:spPr>
            <a:xfrm>
              <a:off x="9125125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76E3CF49-5011-57D6-A747-BBEE565B0414}"/>
                </a:ext>
              </a:extLst>
            </p:cNvPr>
            <p:cNvSpPr/>
            <p:nvPr/>
          </p:nvSpPr>
          <p:spPr>
            <a:xfrm>
              <a:off x="10093696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B986EB82-CA6F-8EBA-3744-DB40ED72AD83}"/>
                </a:ext>
              </a:extLst>
            </p:cNvPr>
            <p:cNvSpPr/>
            <p:nvPr/>
          </p:nvSpPr>
          <p:spPr>
            <a:xfrm>
              <a:off x="11062263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907DA9A-FFC2-BCD4-7577-9D1E2169097A}"/>
              </a:ext>
            </a:extLst>
          </p:cNvPr>
          <p:cNvSpPr txBox="1"/>
          <p:nvPr/>
        </p:nvSpPr>
        <p:spPr>
          <a:xfrm>
            <a:off x="3" y="-184666"/>
            <a:ext cx="1787349" cy="1846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ru-RU" sz="1200" dirty="0"/>
              <a:t>«Плавающий» заголовок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A3D83C4-14B6-13D7-29AA-D0F77216806B}"/>
              </a:ext>
            </a:extLst>
          </p:cNvPr>
          <p:cNvSpPr txBox="1"/>
          <p:nvPr/>
        </p:nvSpPr>
        <p:spPr>
          <a:xfrm>
            <a:off x="407987" y="1384628"/>
            <a:ext cx="5138761" cy="184666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txBody>
          <a:bodyPr wrap="none" lIns="72000" tIns="0" rIns="72000" bIns="0" rtlCol="0" anchor="t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Content</a:t>
            </a:r>
            <a:r>
              <a:rPr lang="kk-KZ" sz="1200" dirty="0">
                <a:solidFill>
                  <a:schemeClr val="bg1"/>
                </a:solidFill>
              </a:rPr>
              <a:t> </a:t>
            </a:r>
            <a:r>
              <a:rPr lang="en-US" sz="1200" dirty="0">
                <a:solidFill>
                  <a:schemeClr val="bg1"/>
                </a:solidFill>
              </a:rPr>
              <a:t>B </a:t>
            </a:r>
            <a:r>
              <a:rPr lang="ru-RU" sz="1200" dirty="0">
                <a:solidFill>
                  <a:schemeClr val="bg1"/>
                </a:solidFill>
              </a:rPr>
              <a:t>– ИИ рисует здесь</a:t>
            </a:r>
            <a:r>
              <a:rPr lang="en-US" sz="1200" dirty="0">
                <a:solidFill>
                  <a:schemeClr val="bg1"/>
                </a:solidFill>
              </a:rPr>
              <a:t> | </a:t>
            </a:r>
            <a:r>
              <a:rPr lang="en-US" sz="900" b="1" dirty="0">
                <a:solidFill>
                  <a:schemeClr val="bg1"/>
                </a:solidFill>
              </a:rPr>
              <a:t>width</a:t>
            </a:r>
            <a:r>
              <a:rPr lang="en-US" sz="900" dirty="0">
                <a:solidFill>
                  <a:schemeClr val="bg1"/>
                </a:solidFill>
              </a:rPr>
              <a:t> = fill container, </a:t>
            </a:r>
            <a:r>
              <a:rPr lang="en-US" sz="900" b="1" dirty="0">
                <a:solidFill>
                  <a:schemeClr val="bg1"/>
                </a:solidFill>
              </a:rPr>
              <a:t>height</a:t>
            </a:r>
            <a:r>
              <a:rPr lang="en-US" sz="900" dirty="0">
                <a:solidFill>
                  <a:schemeClr val="bg1"/>
                </a:solidFill>
              </a:rPr>
              <a:t> = hug contents (max = …)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9FE4C78F-93F0-B647-1164-9D2D6733DF13}"/>
              </a:ext>
            </a:extLst>
          </p:cNvPr>
          <p:cNvSpPr/>
          <p:nvPr/>
        </p:nvSpPr>
        <p:spPr>
          <a:xfrm>
            <a:off x="407988" y="6485483"/>
            <a:ext cx="11376024" cy="184667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84EAE36-B913-BE2A-1981-97278CB5683C}"/>
              </a:ext>
            </a:extLst>
          </p:cNvPr>
          <p:cNvSpPr txBox="1"/>
          <p:nvPr/>
        </p:nvSpPr>
        <p:spPr>
          <a:xfrm>
            <a:off x="407987" y="6300817"/>
            <a:ext cx="3614305" cy="1846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72000" tIns="0" rIns="72000" bIns="0" rtlCol="0" anchor="t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Footer | </a:t>
            </a:r>
            <a:r>
              <a:rPr lang="en-US" sz="900" b="1" dirty="0">
                <a:solidFill>
                  <a:schemeClr val="bg1"/>
                </a:solidFill>
              </a:rPr>
              <a:t>width</a:t>
            </a:r>
            <a:r>
              <a:rPr lang="en-US" sz="900" dirty="0">
                <a:solidFill>
                  <a:schemeClr val="bg1"/>
                </a:solidFill>
              </a:rPr>
              <a:t> = fill container, </a:t>
            </a:r>
            <a:r>
              <a:rPr lang="en-US" sz="900" b="1" dirty="0">
                <a:solidFill>
                  <a:schemeClr val="bg1"/>
                </a:solidFill>
              </a:rPr>
              <a:t>height</a:t>
            </a:r>
            <a:r>
              <a:rPr lang="en-US" sz="900" dirty="0">
                <a:solidFill>
                  <a:schemeClr val="bg1"/>
                </a:solidFill>
              </a:rPr>
              <a:t> = hug contents, gap = auto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6836D25-3992-DFEB-E46A-9B5BB1134D5C}"/>
              </a:ext>
            </a:extLst>
          </p:cNvPr>
          <p:cNvSpPr/>
          <p:nvPr/>
        </p:nvSpPr>
        <p:spPr>
          <a:xfrm>
            <a:off x="407988" y="1563788"/>
            <a:ext cx="11376024" cy="3353662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56572F64-FA10-1A57-D84D-1DF29B13BF1B}"/>
              </a:ext>
            </a:extLst>
          </p:cNvPr>
          <p:cNvSpPr/>
          <p:nvPr/>
        </p:nvSpPr>
        <p:spPr>
          <a:xfrm>
            <a:off x="407988" y="1562725"/>
            <a:ext cx="5564604" cy="74868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Header - </a:t>
            </a:r>
            <a:r>
              <a:rPr lang="ru-RU" sz="1200" dirty="0">
                <a:solidFill>
                  <a:schemeClr val="tx1"/>
                </a:solidFill>
              </a:rPr>
              <a:t>зона заголовка и подзаголовка 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</a:rPr>
              <a:t>width</a:t>
            </a:r>
            <a:r>
              <a:rPr lang="en-US" sz="900" dirty="0">
                <a:solidFill>
                  <a:schemeClr val="tx1"/>
                </a:solidFill>
              </a:rPr>
              <a:t> = fill container, </a:t>
            </a:r>
            <a:r>
              <a:rPr lang="en-US" sz="900" b="1" dirty="0">
                <a:solidFill>
                  <a:schemeClr val="tx1"/>
                </a:solidFill>
              </a:rPr>
              <a:t>height</a:t>
            </a:r>
            <a:r>
              <a:rPr lang="en-US" sz="900" dirty="0">
                <a:solidFill>
                  <a:schemeClr val="tx1"/>
                </a:solidFill>
              </a:rPr>
              <a:t> = hug contents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3515280-3F5A-BBDE-371E-8AB8B394187D}"/>
              </a:ext>
            </a:extLst>
          </p:cNvPr>
          <p:cNvSpPr/>
          <p:nvPr/>
        </p:nvSpPr>
        <p:spPr>
          <a:xfrm>
            <a:off x="407987" y="2462886"/>
            <a:ext cx="2658893" cy="245456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Content</a:t>
            </a:r>
            <a:r>
              <a:rPr lang="kk-KZ" sz="1200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_block 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</a:rPr>
              <a:t>width</a:t>
            </a:r>
            <a:r>
              <a:rPr lang="en-US" sz="900" dirty="0">
                <a:solidFill>
                  <a:schemeClr val="tx1"/>
                </a:solidFill>
              </a:rPr>
              <a:t> = fill container, </a:t>
            </a:r>
            <a:r>
              <a:rPr lang="en-US" sz="900" b="1" dirty="0">
                <a:solidFill>
                  <a:schemeClr val="tx1"/>
                </a:solidFill>
              </a:rPr>
              <a:t>height</a:t>
            </a:r>
            <a:r>
              <a:rPr lang="en-US" sz="900" dirty="0">
                <a:solidFill>
                  <a:schemeClr val="tx1"/>
                </a:solidFill>
              </a:rPr>
              <a:t> = hug contents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06CBA24-FE34-3517-C1EA-E006E474324A}"/>
              </a:ext>
            </a:extLst>
          </p:cNvPr>
          <p:cNvSpPr/>
          <p:nvPr/>
        </p:nvSpPr>
        <p:spPr>
          <a:xfrm>
            <a:off x="6219407" y="1562726"/>
            <a:ext cx="5564604" cy="335472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Content</a:t>
            </a:r>
            <a:r>
              <a:rPr lang="kk-KZ" sz="1200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_block 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</a:rPr>
              <a:t>width</a:t>
            </a:r>
            <a:r>
              <a:rPr lang="en-US" sz="900" dirty="0">
                <a:solidFill>
                  <a:schemeClr val="tx1"/>
                </a:solidFill>
              </a:rPr>
              <a:t> = fill container, </a:t>
            </a:r>
            <a:r>
              <a:rPr lang="en-US" sz="900" b="1" dirty="0">
                <a:solidFill>
                  <a:schemeClr val="tx1"/>
                </a:solidFill>
              </a:rPr>
              <a:t>height</a:t>
            </a:r>
            <a:r>
              <a:rPr lang="en-US" sz="900" dirty="0">
                <a:solidFill>
                  <a:schemeClr val="tx1"/>
                </a:solidFill>
              </a:rPr>
              <a:t> = hug contents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08965580-390E-3B46-8597-D39716895BF2}"/>
              </a:ext>
            </a:extLst>
          </p:cNvPr>
          <p:cNvSpPr/>
          <p:nvPr/>
        </p:nvSpPr>
        <p:spPr>
          <a:xfrm>
            <a:off x="3313693" y="2462886"/>
            <a:ext cx="2658893" cy="245456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Content</a:t>
            </a:r>
            <a:r>
              <a:rPr lang="kk-KZ" sz="1200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_block 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</a:rPr>
              <a:t>width</a:t>
            </a:r>
            <a:r>
              <a:rPr lang="en-US" sz="900" dirty="0">
                <a:solidFill>
                  <a:schemeClr val="tx1"/>
                </a:solidFill>
              </a:rPr>
              <a:t> = fill container, </a:t>
            </a:r>
            <a:r>
              <a:rPr lang="en-US" sz="900" b="1" dirty="0">
                <a:solidFill>
                  <a:schemeClr val="tx1"/>
                </a:solidFill>
              </a:rPr>
              <a:t>height</a:t>
            </a:r>
            <a:r>
              <a:rPr lang="en-US" sz="900" dirty="0">
                <a:solidFill>
                  <a:schemeClr val="tx1"/>
                </a:solidFill>
              </a:rPr>
              <a:t> = hug contents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1313766-CDB8-E7C2-7D5D-18C295AA9F06}"/>
              </a:ext>
            </a:extLst>
          </p:cNvPr>
          <p:cNvSpPr/>
          <p:nvPr/>
        </p:nvSpPr>
        <p:spPr>
          <a:xfrm>
            <a:off x="0" y="0"/>
            <a:ext cx="12191997" cy="6480175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0AF1A43A-EBFF-527F-3E77-FD87A9EC9770}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6095999" y="0"/>
            <a:ext cx="1" cy="1563788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3FD22D18-4A09-FF3F-F3DE-CED15FD5B631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6096000" y="4917450"/>
            <a:ext cx="0" cy="1562725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1520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0A63F-BBA2-0052-601C-B090964AC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2A9FA8BD-1BB4-2A3A-62AE-3341C7518EEA}"/>
              </a:ext>
            </a:extLst>
          </p:cNvPr>
          <p:cNvGrpSpPr/>
          <p:nvPr/>
        </p:nvGrpSpPr>
        <p:grpSpPr>
          <a:xfrm>
            <a:off x="407989" y="188913"/>
            <a:ext cx="11376024" cy="6480175"/>
            <a:chOff x="407988" y="0"/>
            <a:chExt cx="11376025" cy="6858000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FFD9121C-A52E-106B-471F-C97AFDA5B25A}"/>
                </a:ext>
              </a:extLst>
            </p:cNvPr>
            <p:cNvSpPr/>
            <p:nvPr/>
          </p:nvSpPr>
          <p:spPr>
            <a:xfrm>
              <a:off x="407988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22971A87-9234-648F-6AA2-22BA670154B1}"/>
                </a:ext>
              </a:extLst>
            </p:cNvPr>
            <p:cNvSpPr/>
            <p:nvPr/>
          </p:nvSpPr>
          <p:spPr>
            <a:xfrm>
              <a:off x="1376559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8817D81D-42D7-5119-2E16-5761E3EC6650}"/>
                </a:ext>
              </a:extLst>
            </p:cNvPr>
            <p:cNvSpPr/>
            <p:nvPr/>
          </p:nvSpPr>
          <p:spPr>
            <a:xfrm>
              <a:off x="2345130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713F2905-8FA8-9E54-3616-537CB019B32F}"/>
                </a:ext>
              </a:extLst>
            </p:cNvPr>
            <p:cNvSpPr/>
            <p:nvPr/>
          </p:nvSpPr>
          <p:spPr>
            <a:xfrm>
              <a:off x="3313700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688E5CC8-FB69-77A5-3B35-1A2188B396B1}"/>
                </a:ext>
              </a:extLst>
            </p:cNvPr>
            <p:cNvSpPr/>
            <p:nvPr/>
          </p:nvSpPr>
          <p:spPr>
            <a:xfrm>
              <a:off x="4282271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1B9D23A8-5B38-FA91-6D15-407AD0C5DE4D}"/>
                </a:ext>
              </a:extLst>
            </p:cNvPr>
            <p:cNvSpPr/>
            <p:nvPr/>
          </p:nvSpPr>
          <p:spPr>
            <a:xfrm>
              <a:off x="5250842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C551A79B-192C-18AF-0DDD-4EE3A3EE1EFE}"/>
                </a:ext>
              </a:extLst>
            </p:cNvPr>
            <p:cNvSpPr/>
            <p:nvPr/>
          </p:nvSpPr>
          <p:spPr>
            <a:xfrm>
              <a:off x="6219413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F38F962F-ABE0-0C43-64B6-89096B20FF60}"/>
                </a:ext>
              </a:extLst>
            </p:cNvPr>
            <p:cNvSpPr/>
            <p:nvPr/>
          </p:nvSpPr>
          <p:spPr>
            <a:xfrm>
              <a:off x="7187984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00812C53-5B81-70FF-DA4F-F98F5FCF27CF}"/>
                </a:ext>
              </a:extLst>
            </p:cNvPr>
            <p:cNvSpPr/>
            <p:nvPr/>
          </p:nvSpPr>
          <p:spPr>
            <a:xfrm>
              <a:off x="8156555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DCD49A3F-4F68-B2D2-6650-B52F661B517B}"/>
                </a:ext>
              </a:extLst>
            </p:cNvPr>
            <p:cNvSpPr/>
            <p:nvPr/>
          </p:nvSpPr>
          <p:spPr>
            <a:xfrm>
              <a:off x="9125125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BEFF8691-3BDA-94E5-66ED-6CCA972BD630}"/>
                </a:ext>
              </a:extLst>
            </p:cNvPr>
            <p:cNvSpPr/>
            <p:nvPr/>
          </p:nvSpPr>
          <p:spPr>
            <a:xfrm>
              <a:off x="10093696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801DE83E-5D77-FBE0-6D18-7A0C16DA11B4}"/>
                </a:ext>
              </a:extLst>
            </p:cNvPr>
            <p:cNvSpPr/>
            <p:nvPr/>
          </p:nvSpPr>
          <p:spPr>
            <a:xfrm>
              <a:off x="11062263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F0102D3-67BC-FBE9-84E2-09593CC4D5A5}"/>
              </a:ext>
            </a:extLst>
          </p:cNvPr>
          <p:cNvSpPr txBox="1"/>
          <p:nvPr/>
        </p:nvSpPr>
        <p:spPr>
          <a:xfrm>
            <a:off x="3" y="-184666"/>
            <a:ext cx="557845" cy="1846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kk-KZ" sz="1200" dirty="0"/>
              <a:t>ПЛОХО</a:t>
            </a:r>
            <a:endParaRPr lang="ru-RU" sz="1200" dirty="0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63DDEBF4-C60F-7E45-B176-C4D9D0EE7BE8}"/>
              </a:ext>
            </a:extLst>
          </p:cNvPr>
          <p:cNvSpPr/>
          <p:nvPr/>
        </p:nvSpPr>
        <p:spPr>
          <a:xfrm>
            <a:off x="407988" y="6485483"/>
            <a:ext cx="11376024" cy="184667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F3F848B-E811-D143-63D1-8610A28BCEF8}"/>
              </a:ext>
            </a:extLst>
          </p:cNvPr>
          <p:cNvSpPr txBox="1"/>
          <p:nvPr/>
        </p:nvSpPr>
        <p:spPr>
          <a:xfrm>
            <a:off x="407987" y="6300817"/>
            <a:ext cx="3614305" cy="1846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72000" tIns="0" rIns="72000" bIns="0" rtlCol="0" anchor="t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Footer | </a:t>
            </a:r>
            <a:r>
              <a:rPr lang="en-US" sz="900" b="1" dirty="0">
                <a:solidFill>
                  <a:schemeClr val="bg1"/>
                </a:solidFill>
              </a:rPr>
              <a:t>width</a:t>
            </a:r>
            <a:r>
              <a:rPr lang="en-US" sz="900" dirty="0">
                <a:solidFill>
                  <a:schemeClr val="bg1"/>
                </a:solidFill>
              </a:rPr>
              <a:t> = fill container, </a:t>
            </a:r>
            <a:r>
              <a:rPr lang="en-US" sz="900" b="1" dirty="0">
                <a:solidFill>
                  <a:schemeClr val="bg1"/>
                </a:solidFill>
              </a:rPr>
              <a:t>height</a:t>
            </a:r>
            <a:r>
              <a:rPr lang="en-US" sz="900" dirty="0">
                <a:solidFill>
                  <a:schemeClr val="bg1"/>
                </a:solidFill>
              </a:rPr>
              <a:t> = hug contents, gap = auto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CE908949-AC2D-EF16-A9C8-45BFD70A0043}"/>
              </a:ext>
            </a:extLst>
          </p:cNvPr>
          <p:cNvSpPr/>
          <p:nvPr/>
        </p:nvSpPr>
        <p:spPr>
          <a:xfrm>
            <a:off x="407988" y="1563788"/>
            <a:ext cx="11376024" cy="3353662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1C87886F-C261-405F-255C-5CA6F8CFBA04}"/>
              </a:ext>
            </a:extLst>
          </p:cNvPr>
          <p:cNvSpPr/>
          <p:nvPr/>
        </p:nvSpPr>
        <p:spPr>
          <a:xfrm>
            <a:off x="407988" y="1562725"/>
            <a:ext cx="5564604" cy="74868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Header - </a:t>
            </a:r>
            <a:r>
              <a:rPr lang="ru-RU" sz="1200" dirty="0">
                <a:solidFill>
                  <a:schemeClr val="tx1"/>
                </a:solidFill>
              </a:rPr>
              <a:t>зона заголовка и подзаголовка 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</a:rPr>
              <a:t>width</a:t>
            </a:r>
            <a:r>
              <a:rPr lang="en-US" sz="900" dirty="0">
                <a:solidFill>
                  <a:schemeClr val="tx1"/>
                </a:solidFill>
              </a:rPr>
              <a:t> = fill container, </a:t>
            </a:r>
            <a:r>
              <a:rPr lang="en-US" sz="900" b="1" dirty="0">
                <a:solidFill>
                  <a:schemeClr val="tx1"/>
                </a:solidFill>
              </a:rPr>
              <a:t>height</a:t>
            </a:r>
            <a:r>
              <a:rPr lang="en-US" sz="900" dirty="0">
                <a:solidFill>
                  <a:schemeClr val="tx1"/>
                </a:solidFill>
              </a:rPr>
              <a:t> = hug contents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FADB514-0F6E-A55F-6049-009D3C37CD9C}"/>
              </a:ext>
            </a:extLst>
          </p:cNvPr>
          <p:cNvSpPr/>
          <p:nvPr/>
        </p:nvSpPr>
        <p:spPr>
          <a:xfrm>
            <a:off x="407987" y="2462886"/>
            <a:ext cx="2658893" cy="245456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Content</a:t>
            </a:r>
            <a:r>
              <a:rPr lang="kk-KZ" sz="1200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_block 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</a:rPr>
              <a:t>width</a:t>
            </a:r>
            <a:r>
              <a:rPr lang="en-US" sz="900" dirty="0">
                <a:solidFill>
                  <a:schemeClr val="tx1"/>
                </a:solidFill>
              </a:rPr>
              <a:t> = fill container, </a:t>
            </a:r>
            <a:r>
              <a:rPr lang="en-US" sz="900" b="1" dirty="0">
                <a:solidFill>
                  <a:schemeClr val="tx1"/>
                </a:solidFill>
              </a:rPr>
              <a:t>height</a:t>
            </a:r>
            <a:r>
              <a:rPr lang="en-US" sz="900" dirty="0">
                <a:solidFill>
                  <a:schemeClr val="tx1"/>
                </a:solidFill>
              </a:rPr>
              <a:t> = hug contents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55CB950-AA2C-91E2-84AA-4AB3021568F4}"/>
              </a:ext>
            </a:extLst>
          </p:cNvPr>
          <p:cNvSpPr/>
          <p:nvPr/>
        </p:nvSpPr>
        <p:spPr>
          <a:xfrm>
            <a:off x="3313693" y="2462886"/>
            <a:ext cx="2658893" cy="245456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Content</a:t>
            </a:r>
            <a:r>
              <a:rPr lang="kk-KZ" sz="1200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_block 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</a:rPr>
              <a:t>width</a:t>
            </a:r>
            <a:r>
              <a:rPr lang="en-US" sz="900" dirty="0">
                <a:solidFill>
                  <a:schemeClr val="tx1"/>
                </a:solidFill>
              </a:rPr>
              <a:t> = fill container, </a:t>
            </a:r>
            <a:r>
              <a:rPr lang="en-US" sz="900" b="1" dirty="0">
                <a:solidFill>
                  <a:schemeClr val="tx1"/>
                </a:solidFill>
              </a:rPr>
              <a:t>height</a:t>
            </a:r>
            <a:r>
              <a:rPr lang="en-US" sz="900" dirty="0">
                <a:solidFill>
                  <a:schemeClr val="tx1"/>
                </a:solidFill>
              </a:rPr>
              <a:t> = hug contents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CC6C5A0-0ECD-D567-96E6-F502FCE1CCA1}"/>
              </a:ext>
            </a:extLst>
          </p:cNvPr>
          <p:cNvSpPr/>
          <p:nvPr/>
        </p:nvSpPr>
        <p:spPr>
          <a:xfrm>
            <a:off x="0" y="0"/>
            <a:ext cx="12191997" cy="6480175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E64BE452-2422-88AD-8ED0-0CA3407F0E6C}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6095999" y="0"/>
            <a:ext cx="1" cy="1563788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07C63EA9-1DD3-D76D-64AB-13B0A826D3B1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6096000" y="4917450"/>
            <a:ext cx="0" cy="1562725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17DCE17-77D3-BEE5-7D7D-B32BD80CF9B0}"/>
              </a:ext>
            </a:extLst>
          </p:cNvPr>
          <p:cNvSpPr/>
          <p:nvPr/>
        </p:nvSpPr>
        <p:spPr>
          <a:xfrm>
            <a:off x="6219407" y="2597994"/>
            <a:ext cx="5564606" cy="12852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image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637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911C0-8421-ACDE-1C1D-976A77F30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3D1CA72B-9BE8-4D7B-3350-B2838A60A5FB}"/>
              </a:ext>
            </a:extLst>
          </p:cNvPr>
          <p:cNvGrpSpPr/>
          <p:nvPr/>
        </p:nvGrpSpPr>
        <p:grpSpPr>
          <a:xfrm>
            <a:off x="407989" y="188913"/>
            <a:ext cx="11376024" cy="6480175"/>
            <a:chOff x="407988" y="0"/>
            <a:chExt cx="11376025" cy="6858000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C3880A41-6AAF-AA1C-BB11-0B41E2EE8EE5}"/>
                </a:ext>
              </a:extLst>
            </p:cNvPr>
            <p:cNvSpPr/>
            <p:nvPr/>
          </p:nvSpPr>
          <p:spPr>
            <a:xfrm>
              <a:off x="407988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7A3AD8AC-4E00-6FBF-0003-BA287D959316}"/>
                </a:ext>
              </a:extLst>
            </p:cNvPr>
            <p:cNvSpPr/>
            <p:nvPr/>
          </p:nvSpPr>
          <p:spPr>
            <a:xfrm>
              <a:off x="1376559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100E0CE7-DAD6-B008-F920-002C35312955}"/>
                </a:ext>
              </a:extLst>
            </p:cNvPr>
            <p:cNvSpPr/>
            <p:nvPr/>
          </p:nvSpPr>
          <p:spPr>
            <a:xfrm>
              <a:off x="2345130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7A5B62DF-056A-7417-CE26-9C5AF68E4162}"/>
                </a:ext>
              </a:extLst>
            </p:cNvPr>
            <p:cNvSpPr/>
            <p:nvPr/>
          </p:nvSpPr>
          <p:spPr>
            <a:xfrm>
              <a:off x="3313700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0E301E4D-F4EA-874B-60C3-923EB39AE935}"/>
                </a:ext>
              </a:extLst>
            </p:cNvPr>
            <p:cNvSpPr/>
            <p:nvPr/>
          </p:nvSpPr>
          <p:spPr>
            <a:xfrm>
              <a:off x="4282271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76B9D2ED-C612-91BC-764B-E548BB093B3E}"/>
                </a:ext>
              </a:extLst>
            </p:cNvPr>
            <p:cNvSpPr/>
            <p:nvPr/>
          </p:nvSpPr>
          <p:spPr>
            <a:xfrm>
              <a:off x="5250842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8D2E2B59-AA5A-623F-1D66-E77B47FE79FE}"/>
                </a:ext>
              </a:extLst>
            </p:cNvPr>
            <p:cNvSpPr/>
            <p:nvPr/>
          </p:nvSpPr>
          <p:spPr>
            <a:xfrm>
              <a:off x="6219413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7F4399C7-7865-B56C-FEBE-B9A1C5354B15}"/>
                </a:ext>
              </a:extLst>
            </p:cNvPr>
            <p:cNvSpPr/>
            <p:nvPr/>
          </p:nvSpPr>
          <p:spPr>
            <a:xfrm>
              <a:off x="7187984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96F4F2F6-5D67-0EAD-13CB-B3E7EB855CBF}"/>
                </a:ext>
              </a:extLst>
            </p:cNvPr>
            <p:cNvSpPr/>
            <p:nvPr/>
          </p:nvSpPr>
          <p:spPr>
            <a:xfrm>
              <a:off x="8156555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383051AA-78CB-295F-8193-698D119F45E9}"/>
                </a:ext>
              </a:extLst>
            </p:cNvPr>
            <p:cNvSpPr/>
            <p:nvPr/>
          </p:nvSpPr>
          <p:spPr>
            <a:xfrm>
              <a:off x="9125125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27450774-D2AE-8586-229C-0118BD20658A}"/>
                </a:ext>
              </a:extLst>
            </p:cNvPr>
            <p:cNvSpPr/>
            <p:nvPr/>
          </p:nvSpPr>
          <p:spPr>
            <a:xfrm>
              <a:off x="10093696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9913EAE7-482F-829C-59EA-2D10413B66B3}"/>
                </a:ext>
              </a:extLst>
            </p:cNvPr>
            <p:cNvSpPr/>
            <p:nvPr/>
          </p:nvSpPr>
          <p:spPr>
            <a:xfrm>
              <a:off x="11062263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47B7F56-1BEB-501F-D9BA-B72A14CD94A1}"/>
              </a:ext>
            </a:extLst>
          </p:cNvPr>
          <p:cNvSpPr txBox="1"/>
          <p:nvPr/>
        </p:nvSpPr>
        <p:spPr>
          <a:xfrm>
            <a:off x="3" y="-184666"/>
            <a:ext cx="519373" cy="1846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kk-KZ" sz="1200" dirty="0"/>
              <a:t>ЛУЧШЕ</a:t>
            </a:r>
            <a:endParaRPr lang="ru-RU" sz="1200" dirty="0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BB67EEFB-1107-CDD3-5AED-C20927FD900D}"/>
              </a:ext>
            </a:extLst>
          </p:cNvPr>
          <p:cNvSpPr/>
          <p:nvPr/>
        </p:nvSpPr>
        <p:spPr>
          <a:xfrm>
            <a:off x="407988" y="6485483"/>
            <a:ext cx="11376024" cy="184667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85D16BA-07D4-B79F-C9C6-8BA4B9A411BC}"/>
              </a:ext>
            </a:extLst>
          </p:cNvPr>
          <p:cNvSpPr txBox="1"/>
          <p:nvPr/>
        </p:nvSpPr>
        <p:spPr>
          <a:xfrm>
            <a:off x="407987" y="6300817"/>
            <a:ext cx="3614305" cy="1846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72000" tIns="0" rIns="72000" bIns="0" rtlCol="0" anchor="t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Footer | </a:t>
            </a:r>
            <a:r>
              <a:rPr lang="en-US" sz="900" b="1" dirty="0">
                <a:solidFill>
                  <a:schemeClr val="bg1"/>
                </a:solidFill>
              </a:rPr>
              <a:t>width</a:t>
            </a:r>
            <a:r>
              <a:rPr lang="en-US" sz="900" dirty="0">
                <a:solidFill>
                  <a:schemeClr val="bg1"/>
                </a:solidFill>
              </a:rPr>
              <a:t> = fill container, </a:t>
            </a:r>
            <a:r>
              <a:rPr lang="en-US" sz="900" b="1" dirty="0">
                <a:solidFill>
                  <a:schemeClr val="bg1"/>
                </a:solidFill>
              </a:rPr>
              <a:t>height</a:t>
            </a:r>
            <a:r>
              <a:rPr lang="en-US" sz="900" dirty="0">
                <a:solidFill>
                  <a:schemeClr val="bg1"/>
                </a:solidFill>
              </a:rPr>
              <a:t> = hug contents, gap = auto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92BC9189-8FF6-7E81-3131-783CB7A4ADF3}"/>
              </a:ext>
            </a:extLst>
          </p:cNvPr>
          <p:cNvSpPr/>
          <p:nvPr/>
        </p:nvSpPr>
        <p:spPr>
          <a:xfrm>
            <a:off x="407988" y="1803931"/>
            <a:ext cx="11376024" cy="2878882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7E7E76B-6AD4-B5B4-5320-DC63B45BB6BD}"/>
              </a:ext>
            </a:extLst>
          </p:cNvPr>
          <p:cNvSpPr/>
          <p:nvPr/>
        </p:nvSpPr>
        <p:spPr>
          <a:xfrm>
            <a:off x="0" y="0"/>
            <a:ext cx="12191997" cy="6480175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94AF8D57-4E3A-5645-0FAD-0A5F1A803F95}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6095999" y="0"/>
            <a:ext cx="1" cy="1803931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119C7A8A-E6F5-6C2E-E415-C68B24D574C1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6096000" y="4682813"/>
            <a:ext cx="0" cy="1797362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7A3D71C6-E969-C8E4-0248-7A181FE74311}"/>
              </a:ext>
            </a:extLst>
          </p:cNvPr>
          <p:cNvSpPr/>
          <p:nvPr/>
        </p:nvSpPr>
        <p:spPr>
          <a:xfrm>
            <a:off x="407988" y="1797362"/>
            <a:ext cx="3627467" cy="74868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Header - </a:t>
            </a:r>
            <a:r>
              <a:rPr lang="ru-RU" sz="1200" dirty="0">
                <a:solidFill>
                  <a:schemeClr val="tx1"/>
                </a:solidFill>
              </a:rPr>
              <a:t>зона заголовка и подзаголовка 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</a:rPr>
              <a:t>width</a:t>
            </a:r>
            <a:r>
              <a:rPr lang="en-US" sz="900" dirty="0">
                <a:solidFill>
                  <a:schemeClr val="tx1"/>
                </a:solidFill>
              </a:rPr>
              <a:t> = fill container, </a:t>
            </a:r>
            <a:r>
              <a:rPr lang="en-US" sz="900" b="1" dirty="0">
                <a:solidFill>
                  <a:schemeClr val="tx1"/>
                </a:solidFill>
              </a:rPr>
              <a:t>height</a:t>
            </a:r>
            <a:r>
              <a:rPr lang="en-US" sz="900" dirty="0">
                <a:solidFill>
                  <a:schemeClr val="tx1"/>
                </a:solidFill>
              </a:rPr>
              <a:t> = hug contents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1D18B54-B8E0-B9B6-B34F-B677B0584AD0}"/>
              </a:ext>
            </a:extLst>
          </p:cNvPr>
          <p:cNvSpPr/>
          <p:nvPr/>
        </p:nvSpPr>
        <p:spPr>
          <a:xfrm>
            <a:off x="407988" y="2697523"/>
            <a:ext cx="3627464" cy="198528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Content</a:t>
            </a:r>
            <a:r>
              <a:rPr lang="kk-KZ" sz="1200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_block 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</a:rPr>
              <a:t>width</a:t>
            </a:r>
            <a:r>
              <a:rPr lang="en-US" sz="900" dirty="0">
                <a:solidFill>
                  <a:schemeClr val="tx1"/>
                </a:solidFill>
              </a:rPr>
              <a:t> = fill container, </a:t>
            </a:r>
            <a:r>
              <a:rPr lang="en-US" sz="900" b="1" dirty="0">
                <a:solidFill>
                  <a:schemeClr val="tx1"/>
                </a:solidFill>
              </a:rPr>
              <a:t>height</a:t>
            </a:r>
            <a:r>
              <a:rPr lang="en-US" sz="900" dirty="0">
                <a:solidFill>
                  <a:schemeClr val="tx1"/>
                </a:solidFill>
              </a:rPr>
              <a:t> = hug contents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43FACE7-0C6B-376C-8B21-8C0BC61C196F}"/>
              </a:ext>
            </a:extLst>
          </p:cNvPr>
          <p:cNvSpPr/>
          <p:nvPr/>
        </p:nvSpPr>
        <p:spPr>
          <a:xfrm>
            <a:off x="4282267" y="3790676"/>
            <a:ext cx="7501743" cy="89213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Content</a:t>
            </a:r>
            <a:r>
              <a:rPr lang="kk-KZ" sz="1200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_block 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</a:rPr>
              <a:t>width</a:t>
            </a:r>
            <a:r>
              <a:rPr lang="en-US" sz="900" dirty="0">
                <a:solidFill>
                  <a:schemeClr val="tx1"/>
                </a:solidFill>
              </a:rPr>
              <a:t> = fill container, </a:t>
            </a:r>
            <a:r>
              <a:rPr lang="en-US" sz="900" b="1" dirty="0">
                <a:solidFill>
                  <a:schemeClr val="tx1"/>
                </a:solidFill>
              </a:rPr>
              <a:t>height</a:t>
            </a:r>
            <a:r>
              <a:rPr lang="en-US" sz="900" dirty="0">
                <a:solidFill>
                  <a:schemeClr val="tx1"/>
                </a:solidFill>
              </a:rPr>
              <a:t> = hug contents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E4EE83-786F-CBE4-493E-C87AD582B0A9}"/>
              </a:ext>
            </a:extLst>
          </p:cNvPr>
          <p:cNvSpPr/>
          <p:nvPr/>
        </p:nvSpPr>
        <p:spPr>
          <a:xfrm>
            <a:off x="4282270" y="1803931"/>
            <a:ext cx="7501743" cy="17326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image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4148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1CAAE-5427-50C4-2B47-158316C54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A8A74FB5-9624-B342-E0A8-45D05000A1EA}"/>
              </a:ext>
            </a:extLst>
          </p:cNvPr>
          <p:cNvGrpSpPr/>
          <p:nvPr/>
        </p:nvGrpSpPr>
        <p:grpSpPr>
          <a:xfrm>
            <a:off x="407989" y="188913"/>
            <a:ext cx="11376024" cy="6480175"/>
            <a:chOff x="407988" y="0"/>
            <a:chExt cx="11376025" cy="6858000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70547D75-3441-E367-ACDB-C2593E344AEC}"/>
                </a:ext>
              </a:extLst>
            </p:cNvPr>
            <p:cNvSpPr/>
            <p:nvPr/>
          </p:nvSpPr>
          <p:spPr>
            <a:xfrm>
              <a:off x="407988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5D761E89-D471-4D73-A9EF-F8ED651F8CE7}"/>
                </a:ext>
              </a:extLst>
            </p:cNvPr>
            <p:cNvSpPr/>
            <p:nvPr/>
          </p:nvSpPr>
          <p:spPr>
            <a:xfrm>
              <a:off x="1376559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F97535DB-A986-5E95-F6E2-8C6CDD1A9CA7}"/>
                </a:ext>
              </a:extLst>
            </p:cNvPr>
            <p:cNvSpPr/>
            <p:nvPr/>
          </p:nvSpPr>
          <p:spPr>
            <a:xfrm>
              <a:off x="2345130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3285495B-5271-9684-BB96-C14E34719D31}"/>
                </a:ext>
              </a:extLst>
            </p:cNvPr>
            <p:cNvSpPr/>
            <p:nvPr/>
          </p:nvSpPr>
          <p:spPr>
            <a:xfrm>
              <a:off x="3313700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03880F57-415C-1C11-EBCC-C1CD24C1247F}"/>
                </a:ext>
              </a:extLst>
            </p:cNvPr>
            <p:cNvSpPr/>
            <p:nvPr/>
          </p:nvSpPr>
          <p:spPr>
            <a:xfrm>
              <a:off x="4282271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D64C3870-0BC6-9DAA-CB8A-2B12C55B3FA2}"/>
                </a:ext>
              </a:extLst>
            </p:cNvPr>
            <p:cNvSpPr/>
            <p:nvPr/>
          </p:nvSpPr>
          <p:spPr>
            <a:xfrm>
              <a:off x="5250842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9222A39D-EB17-C4B5-28B7-650F276AA702}"/>
                </a:ext>
              </a:extLst>
            </p:cNvPr>
            <p:cNvSpPr/>
            <p:nvPr/>
          </p:nvSpPr>
          <p:spPr>
            <a:xfrm>
              <a:off x="6219413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D572A61E-8BC4-0516-7F61-0E3279D7C00D}"/>
                </a:ext>
              </a:extLst>
            </p:cNvPr>
            <p:cNvSpPr/>
            <p:nvPr/>
          </p:nvSpPr>
          <p:spPr>
            <a:xfrm>
              <a:off x="7187984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A8ED1FDA-A733-2B4D-E001-C753466C6D63}"/>
                </a:ext>
              </a:extLst>
            </p:cNvPr>
            <p:cNvSpPr/>
            <p:nvPr/>
          </p:nvSpPr>
          <p:spPr>
            <a:xfrm>
              <a:off x="8156555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7B22612A-6E23-7E8F-6749-71A1D9579CEE}"/>
                </a:ext>
              </a:extLst>
            </p:cNvPr>
            <p:cNvSpPr/>
            <p:nvPr/>
          </p:nvSpPr>
          <p:spPr>
            <a:xfrm>
              <a:off x="9125125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B415C405-03E1-1FE3-1B07-B0346EF75779}"/>
                </a:ext>
              </a:extLst>
            </p:cNvPr>
            <p:cNvSpPr/>
            <p:nvPr/>
          </p:nvSpPr>
          <p:spPr>
            <a:xfrm>
              <a:off x="10093696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59499944-21D9-9ADA-015F-00D799F5641F}"/>
                </a:ext>
              </a:extLst>
            </p:cNvPr>
            <p:cNvSpPr/>
            <p:nvPr/>
          </p:nvSpPr>
          <p:spPr>
            <a:xfrm>
              <a:off x="11062263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D9898D4-7D7A-7717-22B0-E699211AB20A}"/>
              </a:ext>
            </a:extLst>
          </p:cNvPr>
          <p:cNvSpPr txBox="1"/>
          <p:nvPr/>
        </p:nvSpPr>
        <p:spPr>
          <a:xfrm>
            <a:off x="3" y="-184666"/>
            <a:ext cx="703719" cy="1846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kk-KZ" sz="1200" dirty="0"/>
              <a:t>ХОРОШО</a:t>
            </a:r>
            <a:endParaRPr lang="ru-RU" sz="1200" dirty="0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209AAF81-EC60-5B1B-14F5-103972B285DE}"/>
              </a:ext>
            </a:extLst>
          </p:cNvPr>
          <p:cNvSpPr/>
          <p:nvPr/>
        </p:nvSpPr>
        <p:spPr>
          <a:xfrm>
            <a:off x="407988" y="6485483"/>
            <a:ext cx="11376024" cy="184667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1FC81B-62A2-9BFC-39DD-F0653A0E67D8}"/>
              </a:ext>
            </a:extLst>
          </p:cNvPr>
          <p:cNvSpPr txBox="1"/>
          <p:nvPr/>
        </p:nvSpPr>
        <p:spPr>
          <a:xfrm>
            <a:off x="407987" y="6300817"/>
            <a:ext cx="3614305" cy="1846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72000" tIns="0" rIns="72000" bIns="0" rtlCol="0" anchor="t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Footer | </a:t>
            </a:r>
            <a:r>
              <a:rPr lang="en-US" sz="900" b="1" dirty="0">
                <a:solidFill>
                  <a:schemeClr val="bg1"/>
                </a:solidFill>
              </a:rPr>
              <a:t>width</a:t>
            </a:r>
            <a:r>
              <a:rPr lang="en-US" sz="900" dirty="0">
                <a:solidFill>
                  <a:schemeClr val="bg1"/>
                </a:solidFill>
              </a:rPr>
              <a:t> = fill container, </a:t>
            </a:r>
            <a:r>
              <a:rPr lang="en-US" sz="900" b="1" dirty="0">
                <a:solidFill>
                  <a:schemeClr val="bg1"/>
                </a:solidFill>
              </a:rPr>
              <a:t>height</a:t>
            </a:r>
            <a:r>
              <a:rPr lang="en-US" sz="900" dirty="0">
                <a:solidFill>
                  <a:schemeClr val="bg1"/>
                </a:solidFill>
              </a:rPr>
              <a:t> = hug contents, gap = auto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F6AE61EF-3C5D-1D8C-4102-12471ECF44AB}"/>
              </a:ext>
            </a:extLst>
          </p:cNvPr>
          <p:cNvSpPr/>
          <p:nvPr/>
        </p:nvSpPr>
        <p:spPr>
          <a:xfrm>
            <a:off x="407988" y="752983"/>
            <a:ext cx="11376024" cy="4974208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D1FCDB76-5C05-0FC7-9D32-500DAA203D7F}"/>
              </a:ext>
            </a:extLst>
          </p:cNvPr>
          <p:cNvSpPr/>
          <p:nvPr/>
        </p:nvSpPr>
        <p:spPr>
          <a:xfrm>
            <a:off x="0" y="0"/>
            <a:ext cx="12191997" cy="6480175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780D0FDB-5DD5-A0A7-F3BA-9751A0B1A089}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6095999" y="0"/>
            <a:ext cx="1" cy="752983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ED1EC6B0-D25B-E26D-D051-1A3EE1B7CC92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6096000" y="5727191"/>
            <a:ext cx="0" cy="752984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136A6474-7085-B7D9-F5B7-A9B04B0BFDC5}"/>
              </a:ext>
            </a:extLst>
          </p:cNvPr>
          <p:cNvSpPr/>
          <p:nvPr/>
        </p:nvSpPr>
        <p:spPr>
          <a:xfrm>
            <a:off x="407988" y="752983"/>
            <a:ext cx="11376022" cy="74868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Header - </a:t>
            </a:r>
            <a:r>
              <a:rPr lang="ru-RU" sz="1200" dirty="0">
                <a:solidFill>
                  <a:schemeClr val="tx1"/>
                </a:solidFill>
              </a:rPr>
              <a:t>зона заголовка и подзаголовка 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</a:rPr>
              <a:t>width</a:t>
            </a:r>
            <a:r>
              <a:rPr lang="en-US" sz="900" dirty="0">
                <a:solidFill>
                  <a:schemeClr val="tx1"/>
                </a:solidFill>
              </a:rPr>
              <a:t> = fill container, </a:t>
            </a:r>
            <a:r>
              <a:rPr lang="en-US" sz="900" b="1" dirty="0">
                <a:solidFill>
                  <a:schemeClr val="tx1"/>
                </a:solidFill>
              </a:rPr>
              <a:t>height</a:t>
            </a:r>
            <a:r>
              <a:rPr lang="en-US" sz="900" dirty="0">
                <a:solidFill>
                  <a:schemeClr val="tx1"/>
                </a:solidFill>
              </a:rPr>
              <a:t> = hug contents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AB8EB8E-67ED-75F2-346A-95EC7F9C3D1C}"/>
              </a:ext>
            </a:extLst>
          </p:cNvPr>
          <p:cNvSpPr/>
          <p:nvPr/>
        </p:nvSpPr>
        <p:spPr>
          <a:xfrm>
            <a:off x="407987" y="4476931"/>
            <a:ext cx="5564599" cy="125026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Content</a:t>
            </a:r>
            <a:r>
              <a:rPr lang="kk-KZ" sz="1200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_block 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</a:rPr>
              <a:t>width</a:t>
            </a:r>
            <a:r>
              <a:rPr lang="en-US" sz="900" dirty="0">
                <a:solidFill>
                  <a:schemeClr val="tx1"/>
                </a:solidFill>
              </a:rPr>
              <a:t> = fill container, </a:t>
            </a:r>
            <a:r>
              <a:rPr lang="en-US" sz="900" b="1" dirty="0">
                <a:solidFill>
                  <a:schemeClr val="tx1"/>
                </a:solidFill>
              </a:rPr>
              <a:t>height</a:t>
            </a:r>
            <a:r>
              <a:rPr lang="en-US" sz="900" dirty="0">
                <a:solidFill>
                  <a:schemeClr val="tx1"/>
                </a:solidFill>
              </a:rPr>
              <a:t> = hug contents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7C5EF20-DAA5-5FCB-EFB3-02473A5E1E94}"/>
              </a:ext>
            </a:extLst>
          </p:cNvPr>
          <p:cNvSpPr/>
          <p:nvPr/>
        </p:nvSpPr>
        <p:spPr>
          <a:xfrm>
            <a:off x="6219408" y="4476932"/>
            <a:ext cx="5564602" cy="125025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Content</a:t>
            </a:r>
            <a:r>
              <a:rPr lang="kk-KZ" sz="1200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_block 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</a:rPr>
              <a:t>width</a:t>
            </a:r>
            <a:r>
              <a:rPr lang="en-US" sz="900" dirty="0">
                <a:solidFill>
                  <a:schemeClr val="tx1"/>
                </a:solidFill>
              </a:rPr>
              <a:t> = fill container, </a:t>
            </a:r>
            <a:r>
              <a:rPr lang="en-US" sz="900" b="1" dirty="0">
                <a:solidFill>
                  <a:schemeClr val="tx1"/>
                </a:solidFill>
              </a:rPr>
              <a:t>height</a:t>
            </a:r>
            <a:r>
              <a:rPr lang="en-US" sz="900" dirty="0">
                <a:solidFill>
                  <a:schemeClr val="tx1"/>
                </a:solidFill>
              </a:rPr>
              <a:t> = hug contents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AFA66EE-59A4-F265-D894-3FC82B85F939}"/>
              </a:ext>
            </a:extLst>
          </p:cNvPr>
          <p:cNvSpPr/>
          <p:nvPr/>
        </p:nvSpPr>
        <p:spPr>
          <a:xfrm>
            <a:off x="407987" y="1675547"/>
            <a:ext cx="11376026" cy="262750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image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4911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D27AF-80FE-09AE-DFB3-31472C2F0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D53F5E76-8849-98DE-A5F4-FF2D34D48F27}"/>
              </a:ext>
            </a:extLst>
          </p:cNvPr>
          <p:cNvGrpSpPr/>
          <p:nvPr/>
        </p:nvGrpSpPr>
        <p:grpSpPr>
          <a:xfrm>
            <a:off x="407989" y="188913"/>
            <a:ext cx="11376024" cy="6480175"/>
            <a:chOff x="407988" y="0"/>
            <a:chExt cx="11376025" cy="6858000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0CAE596E-354D-0AC8-8DB5-410FF318214F}"/>
                </a:ext>
              </a:extLst>
            </p:cNvPr>
            <p:cNvSpPr/>
            <p:nvPr/>
          </p:nvSpPr>
          <p:spPr>
            <a:xfrm>
              <a:off x="407988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BBD5D86C-7F99-A8D4-D394-895F30FF3192}"/>
                </a:ext>
              </a:extLst>
            </p:cNvPr>
            <p:cNvSpPr/>
            <p:nvPr/>
          </p:nvSpPr>
          <p:spPr>
            <a:xfrm>
              <a:off x="1376559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22DE2D39-BA80-4C82-E8F2-4262E8D9E9E1}"/>
                </a:ext>
              </a:extLst>
            </p:cNvPr>
            <p:cNvSpPr/>
            <p:nvPr/>
          </p:nvSpPr>
          <p:spPr>
            <a:xfrm>
              <a:off x="2345130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C7BA1F95-35A5-FEC2-CCA1-DCDDDD036078}"/>
                </a:ext>
              </a:extLst>
            </p:cNvPr>
            <p:cNvSpPr/>
            <p:nvPr/>
          </p:nvSpPr>
          <p:spPr>
            <a:xfrm>
              <a:off x="3313700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D7A04ED9-0DA1-CC5D-F582-B022B51468F3}"/>
                </a:ext>
              </a:extLst>
            </p:cNvPr>
            <p:cNvSpPr/>
            <p:nvPr/>
          </p:nvSpPr>
          <p:spPr>
            <a:xfrm>
              <a:off x="4282271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6845BB8D-A397-86D6-93C2-1D7127A0DEE4}"/>
                </a:ext>
              </a:extLst>
            </p:cNvPr>
            <p:cNvSpPr/>
            <p:nvPr/>
          </p:nvSpPr>
          <p:spPr>
            <a:xfrm>
              <a:off x="5250842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A0192941-1E15-A894-2D2E-1790B280A595}"/>
                </a:ext>
              </a:extLst>
            </p:cNvPr>
            <p:cNvSpPr/>
            <p:nvPr/>
          </p:nvSpPr>
          <p:spPr>
            <a:xfrm>
              <a:off x="6219413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5FAB84D7-925B-57CD-3C8E-637BE588B446}"/>
                </a:ext>
              </a:extLst>
            </p:cNvPr>
            <p:cNvSpPr/>
            <p:nvPr/>
          </p:nvSpPr>
          <p:spPr>
            <a:xfrm>
              <a:off x="7187984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62C76071-CD6E-6C0E-A63F-BCF489871EC1}"/>
                </a:ext>
              </a:extLst>
            </p:cNvPr>
            <p:cNvSpPr/>
            <p:nvPr/>
          </p:nvSpPr>
          <p:spPr>
            <a:xfrm>
              <a:off x="8156555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4D844AB0-304A-9F11-3E67-994834C496C7}"/>
                </a:ext>
              </a:extLst>
            </p:cNvPr>
            <p:cNvSpPr/>
            <p:nvPr/>
          </p:nvSpPr>
          <p:spPr>
            <a:xfrm>
              <a:off x="9125125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32443C0C-DA02-182B-E686-F487C08845D8}"/>
                </a:ext>
              </a:extLst>
            </p:cNvPr>
            <p:cNvSpPr/>
            <p:nvPr/>
          </p:nvSpPr>
          <p:spPr>
            <a:xfrm>
              <a:off x="10093696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762DD19A-E308-18FB-BFAD-D4E1A872AE16}"/>
                </a:ext>
              </a:extLst>
            </p:cNvPr>
            <p:cNvSpPr/>
            <p:nvPr/>
          </p:nvSpPr>
          <p:spPr>
            <a:xfrm>
              <a:off x="11062263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D3E95CD-473A-EA13-6271-B50B6188B184}"/>
              </a:ext>
            </a:extLst>
          </p:cNvPr>
          <p:cNvSpPr txBox="1"/>
          <p:nvPr/>
        </p:nvSpPr>
        <p:spPr>
          <a:xfrm>
            <a:off x="3" y="-184666"/>
            <a:ext cx="2465419" cy="1846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kk-KZ" sz="1200" dirty="0"/>
              <a:t>ВИЗУАЛ ПРОСТО ЧАСТЬ СЛАЙДА</a:t>
            </a:r>
            <a:endParaRPr lang="ru-RU" sz="1200" dirty="0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7AFEE7A8-636B-0D43-60AF-68CB28C4B8E2}"/>
              </a:ext>
            </a:extLst>
          </p:cNvPr>
          <p:cNvSpPr/>
          <p:nvPr/>
        </p:nvSpPr>
        <p:spPr>
          <a:xfrm>
            <a:off x="407988" y="6485483"/>
            <a:ext cx="11376024" cy="184667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45238B5-DBC7-1AC4-F0EA-64F143CCB3A2}"/>
              </a:ext>
            </a:extLst>
          </p:cNvPr>
          <p:cNvSpPr txBox="1"/>
          <p:nvPr/>
        </p:nvSpPr>
        <p:spPr>
          <a:xfrm>
            <a:off x="407987" y="6300817"/>
            <a:ext cx="3614305" cy="18466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lIns="72000" tIns="0" rIns="72000" bIns="0" rtlCol="0" anchor="t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Footer | </a:t>
            </a:r>
            <a:r>
              <a:rPr lang="en-US" sz="900" b="1" dirty="0">
                <a:solidFill>
                  <a:schemeClr val="bg1"/>
                </a:solidFill>
              </a:rPr>
              <a:t>width</a:t>
            </a:r>
            <a:r>
              <a:rPr lang="en-US" sz="900" dirty="0">
                <a:solidFill>
                  <a:schemeClr val="bg1"/>
                </a:solidFill>
              </a:rPr>
              <a:t> = fill container, </a:t>
            </a:r>
            <a:r>
              <a:rPr lang="en-US" sz="900" b="1" dirty="0">
                <a:solidFill>
                  <a:schemeClr val="bg1"/>
                </a:solidFill>
              </a:rPr>
              <a:t>height</a:t>
            </a:r>
            <a:r>
              <a:rPr lang="en-US" sz="900" dirty="0">
                <a:solidFill>
                  <a:schemeClr val="bg1"/>
                </a:solidFill>
              </a:rPr>
              <a:t> = hug contents, gap = auto</a:t>
            </a:r>
            <a:endParaRPr lang="ru-RU" sz="1200" dirty="0">
              <a:solidFill>
                <a:schemeClr val="bg1"/>
              </a:solidFill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6D154194-2CF9-74E1-1396-97A9DC16B1C9}"/>
              </a:ext>
            </a:extLst>
          </p:cNvPr>
          <p:cNvSpPr/>
          <p:nvPr/>
        </p:nvSpPr>
        <p:spPr>
          <a:xfrm>
            <a:off x="407988" y="1803931"/>
            <a:ext cx="11376024" cy="2878882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E506C0A-ECEB-F494-50C4-C12B1CB216D3}"/>
              </a:ext>
            </a:extLst>
          </p:cNvPr>
          <p:cNvSpPr/>
          <p:nvPr/>
        </p:nvSpPr>
        <p:spPr>
          <a:xfrm>
            <a:off x="0" y="0"/>
            <a:ext cx="12191997" cy="6480175"/>
          </a:xfrm>
          <a:prstGeom prst="rect">
            <a:avLst/>
          </a:prstGeom>
          <a:noFill/>
          <a:ln w="12700">
            <a:solidFill>
              <a:schemeClr val="accent6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BD13882D-11BB-0E69-9D8D-0A13F4518C63}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6095999" y="0"/>
            <a:ext cx="1" cy="1803931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04FA98F6-CFEE-AA11-DC79-333AF2B0BAB4}"/>
              </a:ext>
            </a:extLst>
          </p:cNvPr>
          <p:cNvCxnSpPr>
            <a:cxnSpLocks/>
            <a:stCxn id="34" idx="2"/>
          </p:cNvCxnSpPr>
          <p:nvPr/>
        </p:nvCxnSpPr>
        <p:spPr>
          <a:xfrm>
            <a:off x="6096000" y="4682813"/>
            <a:ext cx="0" cy="1797362"/>
          </a:xfrm>
          <a:prstGeom prst="straightConnector1">
            <a:avLst/>
          </a:prstGeom>
          <a:ln>
            <a:solidFill>
              <a:schemeClr val="accent6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802A8E00-9C14-C4AA-979D-020336284C37}"/>
              </a:ext>
            </a:extLst>
          </p:cNvPr>
          <p:cNvSpPr/>
          <p:nvPr/>
        </p:nvSpPr>
        <p:spPr>
          <a:xfrm>
            <a:off x="407988" y="1797362"/>
            <a:ext cx="3627467" cy="74868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Header - </a:t>
            </a:r>
            <a:r>
              <a:rPr lang="ru-RU" sz="1200" dirty="0">
                <a:solidFill>
                  <a:schemeClr val="tx1"/>
                </a:solidFill>
              </a:rPr>
              <a:t>зона заголовка и подзаголовка 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</a:rPr>
              <a:t>width</a:t>
            </a:r>
            <a:r>
              <a:rPr lang="en-US" sz="900" dirty="0">
                <a:solidFill>
                  <a:schemeClr val="tx1"/>
                </a:solidFill>
              </a:rPr>
              <a:t> = fill container, </a:t>
            </a:r>
            <a:r>
              <a:rPr lang="en-US" sz="900" b="1" dirty="0">
                <a:solidFill>
                  <a:schemeClr val="tx1"/>
                </a:solidFill>
              </a:rPr>
              <a:t>height</a:t>
            </a:r>
            <a:r>
              <a:rPr lang="en-US" sz="900" dirty="0">
                <a:solidFill>
                  <a:schemeClr val="tx1"/>
                </a:solidFill>
              </a:rPr>
              <a:t> = hug contents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FAF3C3A-A01A-39A5-91F6-68BFFB0E499B}"/>
              </a:ext>
            </a:extLst>
          </p:cNvPr>
          <p:cNvSpPr/>
          <p:nvPr/>
        </p:nvSpPr>
        <p:spPr>
          <a:xfrm>
            <a:off x="407988" y="2697523"/>
            <a:ext cx="3627464" cy="198528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Content</a:t>
            </a:r>
            <a:r>
              <a:rPr lang="kk-KZ" sz="1200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_block 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</a:rPr>
              <a:t>width</a:t>
            </a:r>
            <a:r>
              <a:rPr lang="en-US" sz="900" dirty="0">
                <a:solidFill>
                  <a:schemeClr val="tx1"/>
                </a:solidFill>
              </a:rPr>
              <a:t> = fill container, </a:t>
            </a:r>
            <a:r>
              <a:rPr lang="en-US" sz="900" b="1" dirty="0">
                <a:solidFill>
                  <a:schemeClr val="tx1"/>
                </a:solidFill>
              </a:rPr>
              <a:t>height</a:t>
            </a:r>
            <a:r>
              <a:rPr lang="en-US" sz="900" dirty="0">
                <a:solidFill>
                  <a:schemeClr val="tx1"/>
                </a:solidFill>
              </a:rPr>
              <a:t> = hug contents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A5505A3-5260-7226-2545-E5E219645D47}"/>
              </a:ext>
            </a:extLst>
          </p:cNvPr>
          <p:cNvSpPr/>
          <p:nvPr/>
        </p:nvSpPr>
        <p:spPr>
          <a:xfrm>
            <a:off x="4282267" y="3790676"/>
            <a:ext cx="7501743" cy="89213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Content</a:t>
            </a:r>
            <a:r>
              <a:rPr lang="kk-KZ" sz="1200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_block 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</a:rPr>
              <a:t>width</a:t>
            </a:r>
            <a:r>
              <a:rPr lang="en-US" sz="900" dirty="0">
                <a:solidFill>
                  <a:schemeClr val="tx1"/>
                </a:solidFill>
              </a:rPr>
              <a:t> = fill container, </a:t>
            </a:r>
            <a:r>
              <a:rPr lang="en-US" sz="900" b="1" dirty="0">
                <a:solidFill>
                  <a:schemeClr val="tx1"/>
                </a:solidFill>
              </a:rPr>
              <a:t>height</a:t>
            </a:r>
            <a:r>
              <a:rPr lang="en-US" sz="900" dirty="0">
                <a:solidFill>
                  <a:schemeClr val="tx1"/>
                </a:solidFill>
              </a:rPr>
              <a:t> = hug contents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E6AEA60-83D9-35FA-0FC0-E8F91C4CFAA3}"/>
              </a:ext>
            </a:extLst>
          </p:cNvPr>
          <p:cNvSpPr/>
          <p:nvPr/>
        </p:nvSpPr>
        <p:spPr>
          <a:xfrm>
            <a:off x="8156548" y="1803931"/>
            <a:ext cx="3627465" cy="17326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image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2D0C466-48EB-4C52-D510-49DD248D15D7}"/>
              </a:ext>
            </a:extLst>
          </p:cNvPr>
          <p:cNvSpPr/>
          <p:nvPr/>
        </p:nvSpPr>
        <p:spPr>
          <a:xfrm>
            <a:off x="4288641" y="1810500"/>
            <a:ext cx="3621071" cy="172609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Content</a:t>
            </a:r>
            <a:r>
              <a:rPr lang="kk-KZ" sz="1200" dirty="0">
                <a:solidFill>
                  <a:schemeClr val="tx1"/>
                </a:solidFill>
              </a:rPr>
              <a:t> </a:t>
            </a:r>
            <a:r>
              <a:rPr lang="en-US" sz="1200" dirty="0">
                <a:solidFill>
                  <a:schemeClr val="tx1"/>
                </a:solidFill>
              </a:rPr>
              <a:t>_block </a:t>
            </a:r>
          </a:p>
          <a:p>
            <a:pPr algn="ctr"/>
            <a:r>
              <a:rPr lang="en-US" sz="900" b="1" dirty="0">
                <a:solidFill>
                  <a:schemeClr val="tx1"/>
                </a:solidFill>
              </a:rPr>
              <a:t>width</a:t>
            </a:r>
            <a:r>
              <a:rPr lang="en-US" sz="900" dirty="0">
                <a:solidFill>
                  <a:schemeClr val="tx1"/>
                </a:solidFill>
              </a:rPr>
              <a:t> = fill container, </a:t>
            </a:r>
            <a:r>
              <a:rPr lang="en-US" sz="900" b="1" dirty="0">
                <a:solidFill>
                  <a:schemeClr val="tx1"/>
                </a:solidFill>
              </a:rPr>
              <a:t>height</a:t>
            </a:r>
            <a:r>
              <a:rPr lang="en-US" sz="900" dirty="0">
                <a:solidFill>
                  <a:schemeClr val="tx1"/>
                </a:solidFill>
              </a:rPr>
              <a:t> = hug contents</a:t>
            </a:r>
            <a:endParaRPr lang="ru-RU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371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EE299F8A-BF6F-4F20-C3EC-1E43750FAE2B}"/>
              </a:ext>
            </a:extLst>
          </p:cNvPr>
          <p:cNvGrpSpPr/>
          <p:nvPr/>
        </p:nvGrpSpPr>
        <p:grpSpPr>
          <a:xfrm>
            <a:off x="407989" y="188913"/>
            <a:ext cx="11376024" cy="6480175"/>
            <a:chOff x="407988" y="0"/>
            <a:chExt cx="11376025" cy="6858000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9A1AF1BB-001B-5FFA-DAAB-2E6DE2B1B50C}"/>
                </a:ext>
              </a:extLst>
            </p:cNvPr>
            <p:cNvSpPr/>
            <p:nvPr/>
          </p:nvSpPr>
          <p:spPr>
            <a:xfrm>
              <a:off x="407988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89DDC327-76E2-A89A-CAB4-C02B33598E23}"/>
                </a:ext>
              </a:extLst>
            </p:cNvPr>
            <p:cNvSpPr/>
            <p:nvPr/>
          </p:nvSpPr>
          <p:spPr>
            <a:xfrm>
              <a:off x="1376559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0D02C184-FB5C-BEEA-0A42-DFFBE16698E0}"/>
                </a:ext>
              </a:extLst>
            </p:cNvPr>
            <p:cNvSpPr/>
            <p:nvPr/>
          </p:nvSpPr>
          <p:spPr>
            <a:xfrm>
              <a:off x="2345130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34FBAEB8-3DF9-6CEC-C89E-089C2EC2D41A}"/>
                </a:ext>
              </a:extLst>
            </p:cNvPr>
            <p:cNvSpPr/>
            <p:nvPr/>
          </p:nvSpPr>
          <p:spPr>
            <a:xfrm>
              <a:off x="3313700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C6C66F1C-D381-98CB-93F7-6A869116F10E}"/>
                </a:ext>
              </a:extLst>
            </p:cNvPr>
            <p:cNvSpPr/>
            <p:nvPr/>
          </p:nvSpPr>
          <p:spPr>
            <a:xfrm>
              <a:off x="4282271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id="{E515710C-1604-6E69-1965-2FDFF1D49D64}"/>
                </a:ext>
              </a:extLst>
            </p:cNvPr>
            <p:cNvSpPr/>
            <p:nvPr/>
          </p:nvSpPr>
          <p:spPr>
            <a:xfrm>
              <a:off x="5250842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8ECF865C-DB8D-A17C-2676-FCDB7BC9CBE2}"/>
                </a:ext>
              </a:extLst>
            </p:cNvPr>
            <p:cNvSpPr/>
            <p:nvPr/>
          </p:nvSpPr>
          <p:spPr>
            <a:xfrm>
              <a:off x="6219413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id="{BAEE6CA7-3073-D512-24C0-B32A68DC96BE}"/>
                </a:ext>
              </a:extLst>
            </p:cNvPr>
            <p:cNvSpPr/>
            <p:nvPr/>
          </p:nvSpPr>
          <p:spPr>
            <a:xfrm>
              <a:off x="7187984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Прямоугольник 12">
              <a:extLst>
                <a:ext uri="{FF2B5EF4-FFF2-40B4-BE49-F238E27FC236}">
                  <a16:creationId xmlns:a16="http://schemas.microsoft.com/office/drawing/2014/main" id="{8AF86A1E-B86A-2EDD-BE8A-6B93A96ABC21}"/>
                </a:ext>
              </a:extLst>
            </p:cNvPr>
            <p:cNvSpPr/>
            <p:nvPr/>
          </p:nvSpPr>
          <p:spPr>
            <a:xfrm>
              <a:off x="8156555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" name="Прямоугольник 13">
              <a:extLst>
                <a:ext uri="{FF2B5EF4-FFF2-40B4-BE49-F238E27FC236}">
                  <a16:creationId xmlns:a16="http://schemas.microsoft.com/office/drawing/2014/main" id="{A2606D5C-E454-A731-3E70-5C8D5679428B}"/>
                </a:ext>
              </a:extLst>
            </p:cNvPr>
            <p:cNvSpPr/>
            <p:nvPr/>
          </p:nvSpPr>
          <p:spPr>
            <a:xfrm>
              <a:off x="9125125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50543899-58A4-1F6D-13C3-ADBF007BF749}"/>
                </a:ext>
              </a:extLst>
            </p:cNvPr>
            <p:cNvSpPr/>
            <p:nvPr/>
          </p:nvSpPr>
          <p:spPr>
            <a:xfrm>
              <a:off x="10093696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209C9DF4-D0CD-D7E4-333D-F21DB2DDA243}"/>
                </a:ext>
              </a:extLst>
            </p:cNvPr>
            <p:cNvSpPr/>
            <p:nvPr/>
          </p:nvSpPr>
          <p:spPr>
            <a:xfrm>
              <a:off x="11062263" y="0"/>
              <a:ext cx="721750" cy="6858000"/>
            </a:xfrm>
            <a:prstGeom prst="rect">
              <a:avLst/>
            </a:prstGeom>
            <a:solidFill>
              <a:schemeClr val="bg1">
                <a:lumMod val="9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8A8C1C6D-90C0-B31E-07E8-C5A3BB29A8C8}"/>
              </a:ext>
            </a:extLst>
          </p:cNvPr>
          <p:cNvSpPr txBox="1"/>
          <p:nvPr/>
        </p:nvSpPr>
        <p:spPr>
          <a:xfrm>
            <a:off x="3" y="-184666"/>
            <a:ext cx="1048364" cy="18466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r>
              <a:rPr lang="kk-KZ" sz="1200" dirty="0"/>
              <a:t>Типы карточек</a:t>
            </a:r>
            <a:endParaRPr lang="ru-RU" sz="1200"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9E5EA758-4AB9-C471-9895-7418BBCCE59B}"/>
              </a:ext>
            </a:extLst>
          </p:cNvPr>
          <p:cNvSpPr/>
          <p:nvPr/>
        </p:nvSpPr>
        <p:spPr>
          <a:xfrm>
            <a:off x="407988" y="190860"/>
            <a:ext cx="3627464" cy="13035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B8015D9-0D4A-E876-7ACC-DA5065E8BE85}"/>
              </a:ext>
            </a:extLst>
          </p:cNvPr>
          <p:cNvSpPr/>
          <p:nvPr/>
        </p:nvSpPr>
        <p:spPr>
          <a:xfrm>
            <a:off x="4282268" y="190860"/>
            <a:ext cx="3627464" cy="13035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699ECABB-8324-EAE1-29A0-1FC2AE815F56}"/>
              </a:ext>
            </a:extLst>
          </p:cNvPr>
          <p:cNvSpPr/>
          <p:nvPr/>
        </p:nvSpPr>
        <p:spPr>
          <a:xfrm>
            <a:off x="8156548" y="190860"/>
            <a:ext cx="3627464" cy="130354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7E02CA3E-4789-EF6C-AAEE-D7A033DE26A0}"/>
              </a:ext>
            </a:extLst>
          </p:cNvPr>
          <p:cNvSpPr/>
          <p:nvPr/>
        </p:nvSpPr>
        <p:spPr>
          <a:xfrm>
            <a:off x="407988" y="2436356"/>
            <a:ext cx="3627464" cy="198528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C118AC7-3813-6189-5F52-E6507B132CF0}"/>
              </a:ext>
            </a:extLst>
          </p:cNvPr>
          <p:cNvSpPr/>
          <p:nvPr/>
        </p:nvSpPr>
        <p:spPr>
          <a:xfrm>
            <a:off x="4282268" y="2436356"/>
            <a:ext cx="3627464" cy="198528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21755FCE-75E5-9821-C0E1-44CE9EF98E71}"/>
              </a:ext>
            </a:extLst>
          </p:cNvPr>
          <p:cNvSpPr/>
          <p:nvPr/>
        </p:nvSpPr>
        <p:spPr>
          <a:xfrm>
            <a:off x="8156548" y="2436356"/>
            <a:ext cx="3627464" cy="198528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583AF74F-2AE2-FD5E-A30C-D792B9E685FD}"/>
              </a:ext>
            </a:extLst>
          </p:cNvPr>
          <p:cNvSpPr/>
          <p:nvPr/>
        </p:nvSpPr>
        <p:spPr>
          <a:xfrm>
            <a:off x="407988" y="4681852"/>
            <a:ext cx="3627464" cy="198528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9B4D98F3-BF74-57C4-0851-5B82156CD033}"/>
              </a:ext>
            </a:extLst>
          </p:cNvPr>
          <p:cNvSpPr/>
          <p:nvPr/>
        </p:nvSpPr>
        <p:spPr>
          <a:xfrm>
            <a:off x="4282268" y="4681852"/>
            <a:ext cx="3627464" cy="198528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EDA45B44-12ED-3B35-A0C0-7A42EB261C1C}"/>
              </a:ext>
            </a:extLst>
          </p:cNvPr>
          <p:cNvSpPr/>
          <p:nvPr/>
        </p:nvSpPr>
        <p:spPr>
          <a:xfrm>
            <a:off x="8156548" y="4681852"/>
            <a:ext cx="3627464" cy="198528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37" name="Овал 36">
            <a:extLst>
              <a:ext uri="{FF2B5EF4-FFF2-40B4-BE49-F238E27FC236}">
                <a16:creationId xmlns:a16="http://schemas.microsoft.com/office/drawing/2014/main" id="{4DEADFE9-FF15-8E77-1A36-8AF532B7C4F6}"/>
              </a:ext>
            </a:extLst>
          </p:cNvPr>
          <p:cNvSpPr/>
          <p:nvPr/>
        </p:nvSpPr>
        <p:spPr>
          <a:xfrm>
            <a:off x="643357" y="389503"/>
            <a:ext cx="552450" cy="55245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200" b="1" dirty="0"/>
              <a:t>icon</a:t>
            </a:r>
            <a:endParaRPr lang="ru-RU" sz="12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F2DF576-976C-BCA0-42FD-A7B1DEC4A95E}"/>
              </a:ext>
            </a:extLst>
          </p:cNvPr>
          <p:cNvSpPr txBox="1"/>
          <p:nvPr/>
        </p:nvSpPr>
        <p:spPr>
          <a:xfrm>
            <a:off x="1393467" y="389503"/>
            <a:ext cx="375103" cy="215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1400" b="1" dirty="0"/>
              <a:t>Title</a:t>
            </a:r>
            <a:endParaRPr lang="ru-RU" sz="1400" b="1" dirty="0" err="1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BC703D-A206-AB0E-9627-88160527E43D}"/>
              </a:ext>
            </a:extLst>
          </p:cNvPr>
          <p:cNvSpPr txBox="1"/>
          <p:nvPr/>
        </p:nvSpPr>
        <p:spPr>
          <a:xfrm>
            <a:off x="1393467" y="649347"/>
            <a:ext cx="2406616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1000" dirty="0"/>
              <a:t>Lorem Ipsum is simply dummy text of the printing and typesetting industry. Lorem Ipsum has been the industry's standard dummy text ever since the 1500s</a:t>
            </a:r>
            <a:endParaRPr lang="ru-RU" sz="1000" dirty="0" err="1"/>
          </a:p>
        </p:txBody>
      </p:sp>
      <p:grpSp>
        <p:nvGrpSpPr>
          <p:cNvPr id="50" name="Группа 49">
            <a:extLst>
              <a:ext uri="{FF2B5EF4-FFF2-40B4-BE49-F238E27FC236}">
                <a16:creationId xmlns:a16="http://schemas.microsoft.com/office/drawing/2014/main" id="{9E7C68ED-DFC8-45FE-CA2B-ED88A52A1BED}"/>
              </a:ext>
            </a:extLst>
          </p:cNvPr>
          <p:cNvGrpSpPr/>
          <p:nvPr/>
        </p:nvGrpSpPr>
        <p:grpSpPr>
          <a:xfrm>
            <a:off x="4517637" y="354185"/>
            <a:ext cx="3156726" cy="976893"/>
            <a:chOff x="4517637" y="354185"/>
            <a:chExt cx="3156726" cy="976893"/>
          </a:xfrm>
        </p:grpSpPr>
        <p:sp>
          <p:nvSpPr>
            <p:cNvPr id="40" name="Овал 39">
              <a:extLst>
                <a:ext uri="{FF2B5EF4-FFF2-40B4-BE49-F238E27FC236}">
                  <a16:creationId xmlns:a16="http://schemas.microsoft.com/office/drawing/2014/main" id="{5B241BAF-53B7-8FAD-C675-670C27BD6FBD}"/>
                </a:ext>
              </a:extLst>
            </p:cNvPr>
            <p:cNvSpPr/>
            <p:nvPr/>
          </p:nvSpPr>
          <p:spPr>
            <a:xfrm>
              <a:off x="4517637" y="354185"/>
              <a:ext cx="456570" cy="45657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algn="ctr"/>
              <a:r>
                <a:rPr lang="en-US" sz="1200" b="1" dirty="0"/>
                <a:t>icon</a:t>
              </a:r>
              <a:endParaRPr lang="ru-RU" sz="1200" b="1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EAE8332-A94D-E4D6-B09F-85CA6B47932D}"/>
                </a:ext>
              </a:extLst>
            </p:cNvPr>
            <p:cNvSpPr txBox="1"/>
            <p:nvPr/>
          </p:nvSpPr>
          <p:spPr>
            <a:xfrm>
              <a:off x="5184778" y="474748"/>
              <a:ext cx="375103" cy="215444"/>
            </a:xfrm>
            <a:prstGeom prst="rect">
              <a:avLst/>
            </a:prstGeom>
            <a:noFill/>
          </p:spPr>
          <p:txBody>
            <a:bodyPr wrap="none" lIns="0" tIns="0" rIns="0" bIns="0" rtlCol="0" anchor="t">
              <a:spAutoFit/>
            </a:bodyPr>
            <a:lstStyle/>
            <a:p>
              <a:pPr algn="l"/>
              <a:r>
                <a:rPr lang="en-US" sz="1400" b="1" dirty="0"/>
                <a:t>Title</a:t>
              </a:r>
              <a:endParaRPr lang="ru-RU" sz="1400" b="1" dirty="0" err="1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7CD4170-7BEC-10C3-F13F-7CFCE37FAC29}"/>
                </a:ext>
              </a:extLst>
            </p:cNvPr>
            <p:cNvSpPr txBox="1"/>
            <p:nvPr/>
          </p:nvSpPr>
          <p:spPr>
            <a:xfrm>
              <a:off x="4517637" y="869413"/>
              <a:ext cx="3156726" cy="46166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algn="l"/>
              <a:r>
                <a:rPr lang="en-US" sz="1000" dirty="0"/>
                <a:t>Lorem Ipsum is simply dummy text of the printing and typesetting industry. Lorem Ipsum has been the industry's standard dummy text ever since the 1500s</a:t>
              </a:r>
              <a:endParaRPr lang="ru-RU" sz="1000" dirty="0" err="1"/>
            </a:p>
          </p:txBody>
        </p:sp>
      </p:grpSp>
      <p:sp>
        <p:nvSpPr>
          <p:cNvPr id="52" name="Овал 51">
            <a:extLst>
              <a:ext uri="{FF2B5EF4-FFF2-40B4-BE49-F238E27FC236}">
                <a16:creationId xmlns:a16="http://schemas.microsoft.com/office/drawing/2014/main" id="{A4B2FFAC-D7D3-A550-5284-6C3665FE6039}"/>
              </a:ext>
            </a:extLst>
          </p:cNvPr>
          <p:cNvSpPr/>
          <p:nvPr/>
        </p:nvSpPr>
        <p:spPr>
          <a:xfrm>
            <a:off x="8391917" y="354185"/>
            <a:ext cx="456570" cy="45657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1200" b="1" dirty="0"/>
              <a:t>icon</a:t>
            </a:r>
            <a:endParaRPr lang="ru-RU" sz="1200" b="1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12B3D03-E093-C4AC-067A-B7F790A6DB54}"/>
              </a:ext>
            </a:extLst>
          </p:cNvPr>
          <p:cNvSpPr txBox="1"/>
          <p:nvPr/>
        </p:nvSpPr>
        <p:spPr>
          <a:xfrm>
            <a:off x="8937567" y="474748"/>
            <a:ext cx="375103" cy="2154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l"/>
            <a:r>
              <a:rPr lang="en-US" sz="1400" b="1" dirty="0"/>
              <a:t>Title</a:t>
            </a:r>
            <a:endParaRPr lang="ru-RU" sz="1400" b="1" dirty="0" err="1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5361352-4946-9E72-7FAE-61FAD43613C3}"/>
              </a:ext>
            </a:extLst>
          </p:cNvPr>
          <p:cNvSpPr txBox="1"/>
          <p:nvPr/>
        </p:nvSpPr>
        <p:spPr>
          <a:xfrm>
            <a:off x="8391917" y="869413"/>
            <a:ext cx="3156726" cy="4616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1000" dirty="0"/>
              <a:t>Lorem Ipsum is simply dummy text of the printing and typesetting industry. Lorem Ipsum has been the industry's standard dummy text ever since the 1500s</a:t>
            </a:r>
            <a:endParaRPr lang="ru-RU" sz="1000" dirty="0" err="1"/>
          </a:p>
        </p:txBody>
      </p:sp>
    </p:spTree>
    <p:extLst>
      <p:ext uri="{BB962C8B-B14F-4D97-AF65-F5344CB8AC3E}">
        <p14:creationId xmlns:p14="http://schemas.microsoft.com/office/powerpoint/2010/main" val="36693164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oogle Sans">
      <a:majorFont>
        <a:latin typeface="Google Sans"/>
        <a:ea typeface=""/>
        <a:cs typeface=""/>
      </a:majorFont>
      <a:minorFont>
        <a:latin typeface="Google Sans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 anchor="t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Презентация2" id="{02CCA747-C61C-4662-BBC6-CE7894B63042}" vid="{115C57AA-38E0-473A-83FB-AD090927FF7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1635</TotalTime>
  <Words>676</Words>
  <Application>Microsoft Office PowerPoint</Application>
  <PresentationFormat>Широкоэкранный</PresentationFormat>
  <Paragraphs>102</Paragraphs>
  <Slides>9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Aptos</vt:lpstr>
      <vt:lpstr>Arial</vt:lpstr>
      <vt:lpstr>Google Sans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WestMeal Group</dc:creator>
  <cp:lastModifiedBy>WestMeal Group</cp:lastModifiedBy>
  <cp:revision>4</cp:revision>
  <dcterms:created xsi:type="dcterms:W3CDTF">2026-05-06T11:40:48Z</dcterms:created>
  <dcterms:modified xsi:type="dcterms:W3CDTF">2026-05-07T20:25:24Z</dcterms:modified>
</cp:coreProperties>
</file>